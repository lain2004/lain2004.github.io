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7.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4" r:id="rId2"/>
    <p:sldMasterId id="2147483688" r:id="rId3"/>
    <p:sldMasterId id="2147483700" r:id="rId4"/>
    <p:sldMasterId id="2147483714" r:id="rId5"/>
    <p:sldMasterId id="2147483728" r:id="rId6"/>
    <p:sldMasterId id="2147483740" r:id="rId7"/>
    <p:sldMasterId id="2147483754" r:id="rId8"/>
  </p:sldMasterIdLst>
  <p:notesMasterIdLst>
    <p:notesMasterId r:id="rId18"/>
  </p:notesMasterIdLst>
  <p:sldIdLst>
    <p:sldId id="256" r:id="rId9"/>
    <p:sldId id="258" r:id="rId10"/>
    <p:sldId id="259" r:id="rId11"/>
    <p:sldId id="257" r:id="rId12"/>
    <p:sldId id="260" r:id="rId13"/>
    <p:sldId id="261" r:id="rId14"/>
    <p:sldId id="262" r:id="rId15"/>
    <p:sldId id="263" r:id="rId16"/>
    <p:sldId id="264"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DEB"/>
    <a:srgbClr val="FFFBF2"/>
    <a:srgbClr val="E5EDEB"/>
    <a:srgbClr val="B4B3AF"/>
    <a:srgbClr val="709821"/>
    <a:srgbClr val="878786"/>
    <a:srgbClr val="94B6D2"/>
    <a:srgbClr val="FEC114"/>
    <a:srgbClr val="578279"/>
    <a:srgbClr val="FFFA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FD4443E-F989-4FC4-A0C8-D5A2AF1F390B}" styleName="深色样式 1 - 强调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05" autoAdjust="0"/>
    <p:restoredTop sz="82249" autoAdjust="0"/>
  </p:normalViewPr>
  <p:slideViewPr>
    <p:cSldViewPr snapToGrid="0">
      <p:cViewPr>
        <p:scale>
          <a:sx n="90" d="100"/>
          <a:sy n="90" d="100"/>
        </p:scale>
        <p:origin x="1204" y="252"/>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5" Type="http://schemas.openxmlformats.org/officeDocument/2006/relationships/slideMaster" Target="slideMasters/slideMaster5.xml"/><Relationship Id="rId15" Type="http://schemas.openxmlformats.org/officeDocument/2006/relationships/slide" Target="slides/slide7.xml"/><Relationship Id="rId10" Type="http://schemas.openxmlformats.org/officeDocument/2006/relationships/slide" Target="slides/slide2.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B11ABF-C5A1-4D10-9874-12A97CB34EAB}" type="datetimeFigureOut">
              <a:rPr lang="zh-CN" altLang="en-US" smtClean="0"/>
              <a:t>2025/7/10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F7332A-7E45-4C2E-89FC-C16B1C553D06}" type="slidenum">
              <a:rPr lang="zh-CN" altLang="en-US" smtClean="0"/>
              <a:t>‹#›</a:t>
            </a:fld>
            <a:endParaRPr lang="zh-CN" altLang="en-US"/>
          </a:p>
        </p:txBody>
      </p:sp>
    </p:spTree>
    <p:extLst>
      <p:ext uri="{BB962C8B-B14F-4D97-AF65-F5344CB8AC3E}">
        <p14:creationId xmlns:p14="http://schemas.microsoft.com/office/powerpoint/2010/main" val="1459140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DC34CB-387E-B3AC-8F32-F81C75060E7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8D2574C-D2A5-389D-245E-5669338532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45A981E-E6FE-4A1F-8118-7A211EB446D9}"/>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C862AE17-705E-54E8-8576-693A441237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30EDFE-AB5A-85B8-0324-4E00A7895D48}"/>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952764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871230-9F8A-DD51-305D-C164DB93F21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6E624B0-4BEF-5541-F44F-425759415CB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58BE18B-F7C4-906A-5B30-D81AD324A9E7}"/>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70036173-2217-7092-5F08-D5049EF0D59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CA4324-2E9D-46B9-EE22-E5FE1C54A18A}"/>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171073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454B62-DEFE-7868-8D5B-FCD384988A4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22301B1-E30A-C875-6319-008CF7A438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0BDBE36-0EF6-AD13-0214-B1427B18D735}"/>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C87FC42D-CC51-4D2D-636C-7D806C264C8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A8500C-F8B6-A8D7-1509-93E5E1469EC9}"/>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949533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317BFC-BE1B-CAE9-5EE2-E591718889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D7B877-5D7F-A355-4C4F-768A22715D9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DDF4043-A830-00C8-50E7-5693809BE6B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19AF264-DBD4-66EC-0E8E-5EEE587AC0B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C2B499C6-22F3-97D5-D151-2BF959A4A36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98E31CE-3596-D830-6564-A590D405399B}"/>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135880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ADC9E6-5B0A-F4B8-DE02-4DAF49CB396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6E68482-EDA3-C6E7-86C9-1B4BBD7CFB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38B626D-9C71-2A6F-47F1-96660F54070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8F6D9AB-7C84-4FE0-477C-ACCF9895A1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FC445A0-BFE4-CAC9-C583-C347CB76BF8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900AB62-6A86-E46A-7AD3-D3CE739F405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8" name="页脚占位符 7">
            <a:extLst>
              <a:ext uri="{FF2B5EF4-FFF2-40B4-BE49-F238E27FC236}">
                <a16:creationId xmlns:a16="http://schemas.microsoft.com/office/drawing/2014/main" id="{E82314B0-B809-B477-C17E-DF6869075A8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6FAE645-1E64-650F-A7A5-69FA416C0AA4}"/>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023953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8D4F6A-E594-C636-4D27-4CD8E647AC5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0142E31-8FB6-5B1D-E4D3-B45788539BA7}"/>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1F4158BD-1258-2D2C-C720-5B851DA5DC5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EBB3961-2A8C-A112-A9D9-9C744DE3E66D}"/>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410312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50E1551-C059-FF3F-7977-2CABAB3C6832}"/>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3" name="页脚占位符 2">
            <a:extLst>
              <a:ext uri="{FF2B5EF4-FFF2-40B4-BE49-F238E27FC236}">
                <a16:creationId xmlns:a16="http://schemas.microsoft.com/office/drawing/2014/main" id="{E5761E26-A6C9-386B-8B6C-89960D99B8F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C6983D0-6AD1-BEF4-5DF8-4BAA27EEFECB}"/>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871667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E8404A-8340-35C4-8631-62D843638B7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23927F1-ACA7-D520-C01E-D37BE9E591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3F9C251-9CE4-13DD-87E0-2C44F6E066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9885FEE-3894-3D62-7878-4749E02D0A4D}"/>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28BE0A11-6817-83E1-68ED-F72DEBCCBD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9B58CE-CC88-6262-BC1D-549EB0FF7A52}"/>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656257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B0FE2F-4627-2CFB-D2EE-8F78F604F71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4893B20-6906-0B3B-7A97-709FF91510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5FF26458-A686-12A7-55E8-B93D1C9E8A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97C4E6F-1317-35DC-6540-2FAB88C46E74}"/>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34E85204-4E44-3EE9-5431-7A87C2C1486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5AECB55-8A60-C88B-E336-F390938745E0}"/>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110626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7ED200-9DE8-7D75-EE6D-63E21372BC5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4BE8A41-EA3E-254A-9DCB-3C71636C9B8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DB34FF-060E-C2F6-5413-B5135E34232C}"/>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636B853C-3B3C-E44B-1F87-86E6840ECE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2ABB1-7F5D-8012-6B87-C6BAD8CBD371}"/>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871129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CFFC53C-65E4-DE43-48AC-CDEA33D2F78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93265DA-BE42-5372-A3D5-3106E8833F9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8BF1C0-3B2E-562C-8021-4DEEFD6BA86A}"/>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AED894A3-0B50-731E-0A38-B661A4E3CF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68D8623-A7AE-4D3A-F699-46A73E60245C}"/>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6152111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A94EB-532B-6C60-14DC-BA48B727086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7B292B4-B49E-FED2-6269-AC20227DDCF9}"/>
              </a:ext>
            </a:extLst>
          </p:cNvPr>
          <p:cNvSpPr>
            <a:spLocks noGrp="1"/>
          </p:cNvSpPr>
          <p:nvPr>
            <p:ph type="dt" sz="half" idx="10"/>
          </p:nvPr>
        </p:nvSpPr>
        <p:spPr/>
        <p:txBody>
          <a:bodyPr/>
          <a:lstStyle/>
          <a:p>
            <a:fld id="{38C78D83-8849-441E-9405-A66E23607D97}"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31EB073A-1F71-5D4F-76E3-46FF7698A74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05D32F1-FCB5-20C3-DF32-50291AC29D77}"/>
              </a:ext>
            </a:extLst>
          </p:cNvPr>
          <p:cNvSpPr>
            <a:spLocks noGrp="1"/>
          </p:cNvSpPr>
          <p:nvPr>
            <p:ph type="sldNum" sz="quarter" idx="12"/>
          </p:nvPr>
        </p:nvSpPr>
        <p:spPr/>
        <p:txBody>
          <a:bodyPr/>
          <a:lstStyle/>
          <a:p>
            <a:fld id="{1611628E-103D-4D19-984D-96591E3F9899}" type="slidenum">
              <a:rPr lang="zh-CN" altLang="en-US" smtClean="0"/>
              <a:t>‹#›</a:t>
            </a:fld>
            <a:endParaRPr lang="zh-CN" altLang="en-US"/>
          </a:p>
        </p:txBody>
      </p:sp>
    </p:spTree>
    <p:extLst>
      <p:ext uri="{BB962C8B-B14F-4D97-AF65-F5344CB8AC3E}">
        <p14:creationId xmlns:p14="http://schemas.microsoft.com/office/powerpoint/2010/main" val="25698197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C890A0-BF73-B6CB-48CF-6A92A6E9AFB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40DF190-F770-3E4D-865F-E1D59EDA3F3B}"/>
              </a:ext>
            </a:extLst>
          </p:cNvPr>
          <p:cNvSpPr>
            <a:spLocks noGrp="1"/>
          </p:cNvSpPr>
          <p:nvPr>
            <p:ph type="dt" sz="half" idx="10"/>
          </p:nvPr>
        </p:nvSpPr>
        <p:spPr/>
        <p:txBody>
          <a:bodyPr/>
          <a:lstStyle/>
          <a:p>
            <a:fld id="{38C78D83-8849-441E-9405-A66E23607D97}"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214609AA-E387-D5B6-7276-63FCBF010F4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15AE3D6-2AB5-532E-34C1-2E3AEF5B1663}"/>
              </a:ext>
            </a:extLst>
          </p:cNvPr>
          <p:cNvSpPr>
            <a:spLocks noGrp="1"/>
          </p:cNvSpPr>
          <p:nvPr>
            <p:ph type="sldNum" sz="quarter" idx="12"/>
          </p:nvPr>
        </p:nvSpPr>
        <p:spPr/>
        <p:txBody>
          <a:bodyPr/>
          <a:lstStyle/>
          <a:p>
            <a:fld id="{1611628E-103D-4D19-984D-96591E3F9899}" type="slidenum">
              <a:rPr lang="zh-CN" altLang="en-US" smtClean="0"/>
              <a:t>‹#›</a:t>
            </a:fld>
            <a:endParaRPr lang="zh-CN" altLang="en-US"/>
          </a:p>
        </p:txBody>
      </p:sp>
    </p:spTree>
    <p:extLst>
      <p:ext uri="{BB962C8B-B14F-4D97-AF65-F5344CB8AC3E}">
        <p14:creationId xmlns:p14="http://schemas.microsoft.com/office/powerpoint/2010/main" val="146843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022162-CCE6-1E8B-1254-7AAF1A6CE4D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52D1B67-5244-4537-224A-729A2844AB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669C928-03C9-40FF-8922-92F42930EBE7}"/>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EB15A0F9-64B0-056F-4361-A9E5AFECE3F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7BD1F12-3F18-F03F-91E0-40752E58BB7A}"/>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7146670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9A58DF-F85B-044B-C9AB-B5B966BEC74D}"/>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07834A5B-81DD-4A86-063B-5639FF32CF9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441FCA-C66B-9E3D-3707-47E12992429C}"/>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95F8E8B9-00E8-FD47-2FC0-488EA8F8807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4A207B5-8859-0FFC-F065-402B378C45EC}"/>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3576972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自定义版式">
    <p:bg>
      <p:bgPr>
        <a:pattFill prst="pct60">
          <a:fgClr>
            <a:srgbClr val="FFFAFA"/>
          </a:fgClr>
          <a:bgClr>
            <a:srgbClr val="FAF0E6"/>
          </a:bgClr>
        </a:patt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A94EB-532B-6C60-14DC-BA48B727086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7B292B4-B49E-FED2-6269-AC20227DDCF9}"/>
              </a:ext>
            </a:extLst>
          </p:cNvPr>
          <p:cNvSpPr>
            <a:spLocks noGrp="1"/>
          </p:cNvSpPr>
          <p:nvPr>
            <p:ph type="dt" sz="half" idx="10"/>
          </p:nvPr>
        </p:nvSpPr>
        <p:spPr/>
        <p:txBody>
          <a:bodyPr/>
          <a:lstStyle/>
          <a:p>
            <a:fld id="{38C78D83-8849-441E-9405-A66E23607D97}"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31EB073A-1F71-5D4F-76E3-46FF7698A74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05D32F1-FCB5-20C3-DF32-50291AC29D77}"/>
              </a:ext>
            </a:extLst>
          </p:cNvPr>
          <p:cNvSpPr>
            <a:spLocks noGrp="1"/>
          </p:cNvSpPr>
          <p:nvPr>
            <p:ph type="sldNum" sz="quarter" idx="12"/>
          </p:nvPr>
        </p:nvSpPr>
        <p:spPr/>
        <p:txBody>
          <a:bodyPr/>
          <a:lstStyle/>
          <a:p>
            <a:fld id="{1611628E-103D-4D19-984D-96591E3F9899}" type="slidenum">
              <a:rPr lang="zh-CN" altLang="en-US" smtClean="0"/>
              <a:t>‹#›</a:t>
            </a:fld>
            <a:endParaRPr lang="zh-CN" altLang="en-US"/>
          </a:p>
        </p:txBody>
      </p:sp>
    </p:spTree>
    <p:extLst>
      <p:ext uri="{BB962C8B-B14F-4D97-AF65-F5344CB8AC3E}">
        <p14:creationId xmlns:p14="http://schemas.microsoft.com/office/powerpoint/2010/main" val="5419730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自定义版式">
    <p:bg>
      <p:bgPr>
        <a:pattFill prst="pct60">
          <a:fgClr>
            <a:srgbClr val="FFFAFA"/>
          </a:fgClr>
          <a:bgClr>
            <a:srgbClr val="FAF0E6"/>
          </a:bgClr>
        </a:patt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C890A0-BF73-B6CB-48CF-6A92A6E9AFB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40DF190-F770-3E4D-865F-E1D59EDA3F3B}"/>
              </a:ext>
            </a:extLst>
          </p:cNvPr>
          <p:cNvSpPr>
            <a:spLocks noGrp="1"/>
          </p:cNvSpPr>
          <p:nvPr>
            <p:ph type="dt" sz="half" idx="10"/>
          </p:nvPr>
        </p:nvSpPr>
        <p:spPr/>
        <p:txBody>
          <a:bodyPr/>
          <a:lstStyle/>
          <a:p>
            <a:fld id="{38C78D83-8849-441E-9405-A66E23607D97}"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214609AA-E387-D5B6-7276-63FCBF010F4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15AE3D6-2AB5-532E-34C1-2E3AEF5B1663}"/>
              </a:ext>
            </a:extLst>
          </p:cNvPr>
          <p:cNvSpPr>
            <a:spLocks noGrp="1"/>
          </p:cNvSpPr>
          <p:nvPr>
            <p:ph type="sldNum" sz="quarter" idx="12"/>
          </p:nvPr>
        </p:nvSpPr>
        <p:spPr/>
        <p:txBody>
          <a:bodyPr/>
          <a:lstStyle/>
          <a:p>
            <a:fld id="{1611628E-103D-4D19-984D-96591E3F9899}" type="slidenum">
              <a:rPr lang="zh-CN" altLang="en-US" smtClean="0"/>
              <a:t>‹#›</a:t>
            </a:fld>
            <a:endParaRPr lang="zh-CN" altLang="en-US"/>
          </a:p>
        </p:txBody>
      </p:sp>
    </p:spTree>
    <p:extLst>
      <p:ext uri="{BB962C8B-B14F-4D97-AF65-F5344CB8AC3E}">
        <p14:creationId xmlns:p14="http://schemas.microsoft.com/office/powerpoint/2010/main" val="3088189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bg>
      <p:bgPr>
        <a:pattFill prst="pct60">
          <a:fgClr>
            <a:srgbClr val="FFFAFA"/>
          </a:fgClr>
          <a:bgClr>
            <a:srgbClr val="FAF0E6"/>
          </a:bgClr>
        </a:patt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E01DA7-639E-C422-4399-F338242CE34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CF64FBD-F388-2865-12AE-D1A2E66B0B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D411AF7-5983-899F-B749-5034A3D9707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F8F0A60A-CE5F-BD95-B35D-0E79CBA398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DCA36D1-35E2-26CB-93C9-65A9108C9219}"/>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9991745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8C50-8B51-468F-A91B-F52A7F4C992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F1E8BB6-1E7A-6F6C-DF9F-0F6803ACDAE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C59EEE8-5C34-484B-1B3E-06C621C76FF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182A477-0B3A-11E8-B265-64AF96C9A4D9}"/>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6827FD5B-7451-FDA4-FDE1-D6DF256D5D5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C2374BA-F841-0E80-1B26-EB0B7966B2A7}"/>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1662687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026E63-DAFC-1F75-7DA4-731E0C8E4FC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8D32A57-54BD-FF3A-1E9E-0BD01C059D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2F66A37-0397-EEFC-2B65-20BE8B4025D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B22B246-7279-CEB6-9CAA-72630AEDBE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3970CA9-04ED-BEA2-666A-4AFC4B4BCC6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2744637-13F6-BCB7-6201-E05E87C47BCB}"/>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8" name="页脚占位符 7">
            <a:extLst>
              <a:ext uri="{FF2B5EF4-FFF2-40B4-BE49-F238E27FC236}">
                <a16:creationId xmlns:a16="http://schemas.microsoft.com/office/drawing/2014/main" id="{243B7FB7-6F96-7420-9598-AC2A3A210C6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5900811-C248-C4DF-C2F4-738090786217}"/>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2336394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14E475-9E3E-C9DC-C071-A20E9ECD638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1CBE1A7-1380-77A8-1F38-7BE92CB329E6}"/>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6137910F-0CC4-DA7E-5765-DC3E8D09904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C0CEE10-C63A-A357-F3EB-A71B9FC88607}"/>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5513318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9E74E92-7CFF-8ED0-EF7E-1444BAA2784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3" name="页脚占位符 2">
            <a:extLst>
              <a:ext uri="{FF2B5EF4-FFF2-40B4-BE49-F238E27FC236}">
                <a16:creationId xmlns:a16="http://schemas.microsoft.com/office/drawing/2014/main" id="{68FFD9CC-661B-DDC2-A81D-2F592FD640F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7DEAA35-A3EB-4251-6001-D5E262E8B2B6}"/>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9712374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164928-795B-7FED-95BC-41E7F5A6694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9013AB8-1BC9-C010-A953-04F1320A12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C03190C-E5D0-D509-E78F-39D7DE1B16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DE7F421-61EA-9565-EE37-207E55F26C62}"/>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01AD2AE7-3270-3CFD-7ABA-FD0EF998360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391A4FF-6CED-79CF-299F-CA8A17DA80C2}"/>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9763142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8D15E3-0289-33C5-7FB8-1A22F7A7B5F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82533F4-F346-4B88-065D-A050796765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6363321-245D-51FB-1199-C91784E17F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92328A0-0B2D-7C9B-C66E-5DBFD9CE8A2F}"/>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1937ECC4-C990-B5A1-D3C5-2BE68534B4F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EE41A34-DE30-9883-3E04-8027BB419B1A}"/>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8580089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09BE52-D1A1-B122-E72A-C0C9BA8E632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8E2862B-089D-6276-4338-10C916B2470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BA9EEC-7FE7-979F-D875-AE681372092C}"/>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001B9928-5404-24B5-0DCF-9746B4097D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3D554EC-E9D0-803A-4376-FD694D436DE4}"/>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9237679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F21CFE6-6A0A-A97B-D19B-E5E1FF145CE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F089F3F-7FA2-20D4-C483-A8CD16334E9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0C38365-6289-8E96-8AF5-648ACF0A532B}"/>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0B632352-CAA3-F0B5-BB9D-5598DEF5E0C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3497EBD-66AD-B69F-D5DF-2B4A02FA68AD}"/>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8801553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DC34CB-387E-B3AC-8F32-F81C75060E7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8D2574C-D2A5-389D-245E-5669338532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45A981E-E6FE-4A1F-8118-7A211EB446D9}"/>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C862AE17-705E-54E8-8576-693A441237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30EDFE-AB5A-85B8-0324-4E00A7895D48}"/>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3217596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871230-9F8A-DD51-305D-C164DB93F21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6E624B0-4BEF-5541-F44F-425759415CB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58BE18B-F7C4-906A-5B30-D81AD324A9E7}"/>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70036173-2217-7092-5F08-D5049EF0D59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CA4324-2E9D-46B9-EE22-E5FE1C54A18A}"/>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9145462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454B62-DEFE-7868-8D5B-FCD384988A4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22301B1-E30A-C875-6319-008CF7A438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0BDBE36-0EF6-AD13-0214-B1427B18D735}"/>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C87FC42D-CC51-4D2D-636C-7D806C264C8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A8500C-F8B6-A8D7-1509-93E5E1469EC9}"/>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6474882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317BFC-BE1B-CAE9-5EE2-E591718889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D7B877-5D7F-A355-4C4F-768A22715D9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DDF4043-A830-00C8-50E7-5693809BE6B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19AF264-DBD4-66EC-0E8E-5EEE587AC0B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C2B499C6-22F3-97D5-D151-2BF959A4A36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98E31CE-3596-D830-6564-A590D405399B}"/>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12161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ADC9E6-5B0A-F4B8-DE02-4DAF49CB396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6E68482-EDA3-C6E7-86C9-1B4BBD7CFB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38B626D-9C71-2A6F-47F1-96660F54070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8F6D9AB-7C84-4FE0-477C-ACCF9895A1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FC445A0-BFE4-CAC9-C583-C347CB76BF8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900AB62-6A86-E46A-7AD3-D3CE739F405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8" name="页脚占位符 7">
            <a:extLst>
              <a:ext uri="{FF2B5EF4-FFF2-40B4-BE49-F238E27FC236}">
                <a16:creationId xmlns:a16="http://schemas.microsoft.com/office/drawing/2014/main" id="{E82314B0-B809-B477-C17E-DF6869075A8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6FAE645-1E64-650F-A7A5-69FA416C0AA4}"/>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5400946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8D4F6A-E594-C636-4D27-4CD8E647AC5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0142E31-8FB6-5B1D-E4D3-B45788539BA7}"/>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1F4158BD-1258-2D2C-C720-5B851DA5DC5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EBB3961-2A8C-A112-A9D9-9C744DE3E66D}"/>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5051124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50E1551-C059-FF3F-7977-2CABAB3C6832}"/>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3" name="页脚占位符 2">
            <a:extLst>
              <a:ext uri="{FF2B5EF4-FFF2-40B4-BE49-F238E27FC236}">
                <a16:creationId xmlns:a16="http://schemas.microsoft.com/office/drawing/2014/main" id="{E5761E26-A6C9-386B-8B6C-89960D99B8F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C6983D0-6AD1-BEF4-5DF8-4BAA27EEFECB}"/>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8520657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E8404A-8340-35C4-8631-62D843638B7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23927F1-ACA7-D520-C01E-D37BE9E591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3F9C251-9CE4-13DD-87E0-2C44F6E066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9885FEE-3894-3D62-7878-4749E02D0A4D}"/>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28BE0A11-6817-83E1-68ED-F72DEBCCBD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9B58CE-CC88-6262-BC1D-549EB0FF7A52}"/>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6703589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B0FE2F-4627-2CFB-D2EE-8F78F604F71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4893B20-6906-0B3B-7A97-709FF91510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5FF26458-A686-12A7-55E8-B93D1C9E8A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97C4E6F-1317-35DC-6540-2FAB88C46E74}"/>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34E85204-4E44-3EE9-5431-7A87C2C1486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5AECB55-8A60-C88B-E336-F390938745E0}"/>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0068336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7ED200-9DE8-7D75-EE6D-63E21372BC5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4BE8A41-EA3E-254A-9DCB-3C71636C9B8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DB34FF-060E-C2F6-5413-B5135E34232C}"/>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636B853C-3B3C-E44B-1F87-86E6840ECE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2ABB1-7F5D-8012-6B87-C6BAD8CBD371}"/>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9197577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CFFC53C-65E4-DE43-48AC-CDEA33D2F78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93265DA-BE42-5372-A3D5-3106E8833F9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8BF1C0-3B2E-562C-8021-4DEEFD6BA86A}"/>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AED894A3-0B50-731E-0A38-B661A4E3CF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68D8623-A7AE-4D3A-F699-46A73E60245C}"/>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8479178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DC34CB-387E-B3AC-8F32-F81C75060E7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8D2574C-D2A5-389D-245E-5669338532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45A981E-E6FE-4A1F-8118-7A211EB446D9}"/>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C862AE17-705E-54E8-8576-693A441237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30EDFE-AB5A-85B8-0324-4E00A7895D48}"/>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41189120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871230-9F8A-DD51-305D-C164DB93F218}"/>
              </a:ext>
            </a:extLst>
          </p:cNvPr>
          <p:cNvSpPr>
            <a:spLocks noGrp="1"/>
          </p:cNvSpPr>
          <p:nvPr>
            <p:ph type="title"/>
          </p:nvPr>
        </p:nvSpPr>
        <p:spPr/>
        <p:txBody>
          <a:bodyPr>
            <a:normAutofit/>
          </a:bodyPr>
          <a:lstStyle>
            <a:lvl1pPr>
              <a:defRPr sz="4000"/>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76E624B0-4BEF-5541-F44F-425759415CB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58BE18B-F7C4-906A-5B30-D81AD324A9E7}"/>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70036173-2217-7092-5F08-D5049EF0D59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CA4324-2E9D-46B9-EE22-E5FE1C54A18A}"/>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7299843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454B62-DEFE-7868-8D5B-FCD384988A43}"/>
              </a:ext>
            </a:extLst>
          </p:cNvPr>
          <p:cNvSpPr>
            <a:spLocks noGrp="1"/>
          </p:cNvSpPr>
          <p:nvPr>
            <p:ph type="title"/>
          </p:nvPr>
        </p:nvSpPr>
        <p:spPr>
          <a:xfrm>
            <a:off x="831850" y="1709738"/>
            <a:ext cx="10515600" cy="2852737"/>
          </a:xfrm>
        </p:spPr>
        <p:txBody>
          <a:bodyPr anchor="b">
            <a:normAutofit/>
          </a:bodyPr>
          <a:lstStyle>
            <a:lvl1pPr>
              <a:defRPr sz="5400"/>
            </a:lvl1pPr>
          </a:lstStyle>
          <a:p>
            <a:r>
              <a:rPr lang="zh-CN" altLang="en-US" dirty="0"/>
              <a:t>单击此处编辑母版标题样式</a:t>
            </a:r>
          </a:p>
        </p:txBody>
      </p:sp>
      <p:sp>
        <p:nvSpPr>
          <p:cNvPr id="3" name="文本占位符 2">
            <a:extLst>
              <a:ext uri="{FF2B5EF4-FFF2-40B4-BE49-F238E27FC236}">
                <a16:creationId xmlns:a16="http://schemas.microsoft.com/office/drawing/2014/main" id="{B22301B1-E30A-C875-6319-008CF7A438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0BDBE36-0EF6-AD13-0214-B1427B18D735}"/>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C87FC42D-CC51-4D2D-636C-7D806C264C8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A8500C-F8B6-A8D7-1509-93E5E1469EC9}"/>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40419646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317BFC-BE1B-CAE9-5EE2-E591718889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D7B877-5D7F-A355-4C4F-768A22715D9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DDF4043-A830-00C8-50E7-5693809BE6B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19AF264-DBD4-66EC-0E8E-5EEE587AC0B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C2B499C6-22F3-97D5-D151-2BF959A4A36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98E31CE-3596-D830-6564-A590D405399B}"/>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40327596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ADC9E6-5B0A-F4B8-DE02-4DAF49CB396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6E68482-EDA3-C6E7-86C9-1B4BBD7CFB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38B626D-9C71-2A6F-47F1-96660F54070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8F6D9AB-7C84-4FE0-477C-ACCF9895A1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FC445A0-BFE4-CAC9-C583-C347CB76BF8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900AB62-6A86-E46A-7AD3-D3CE739F405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8" name="页脚占位符 7">
            <a:extLst>
              <a:ext uri="{FF2B5EF4-FFF2-40B4-BE49-F238E27FC236}">
                <a16:creationId xmlns:a16="http://schemas.microsoft.com/office/drawing/2014/main" id="{E82314B0-B809-B477-C17E-DF6869075A8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6FAE645-1E64-650F-A7A5-69FA416C0AA4}"/>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56774201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8D4F6A-E594-C636-4D27-4CD8E647AC5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0142E31-8FB6-5B1D-E4D3-B45788539BA7}"/>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1F4158BD-1258-2D2C-C720-5B851DA5DC5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EBB3961-2A8C-A112-A9D9-9C744DE3E66D}"/>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1094872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50E1551-C059-FF3F-7977-2CABAB3C6832}"/>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3" name="页脚占位符 2">
            <a:extLst>
              <a:ext uri="{FF2B5EF4-FFF2-40B4-BE49-F238E27FC236}">
                <a16:creationId xmlns:a16="http://schemas.microsoft.com/office/drawing/2014/main" id="{E5761E26-A6C9-386B-8B6C-89960D99B8F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C6983D0-6AD1-BEF4-5DF8-4BAA27EEFECB}"/>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9429325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E8404A-8340-35C4-8631-62D843638B7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23927F1-ACA7-D520-C01E-D37BE9E591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3F9C251-9CE4-13DD-87E0-2C44F6E066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9885FEE-3894-3D62-7878-4749E02D0A4D}"/>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28BE0A11-6817-83E1-68ED-F72DEBCCBD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9B58CE-CC88-6262-BC1D-549EB0FF7A52}"/>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6165344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B0FE2F-4627-2CFB-D2EE-8F78F604F71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4893B20-6906-0B3B-7A97-709FF91510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5FF26458-A686-12A7-55E8-B93D1C9E8A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97C4E6F-1317-35DC-6540-2FAB88C46E74}"/>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34E85204-4E44-3EE9-5431-7A87C2C1486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5AECB55-8A60-C88B-E336-F390938745E0}"/>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5357354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7ED200-9DE8-7D75-EE6D-63E21372BC5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4BE8A41-EA3E-254A-9DCB-3C71636C9B8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DB34FF-060E-C2F6-5413-B5135E34232C}"/>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636B853C-3B3C-E44B-1F87-86E6840ECE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2ABB1-7F5D-8012-6B87-C6BAD8CBD371}"/>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4223823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CFFC53C-65E4-DE43-48AC-CDEA33D2F78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93265DA-BE42-5372-A3D5-3106E8833F9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8BF1C0-3B2E-562C-8021-4DEEFD6BA86A}"/>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AED894A3-0B50-731E-0A38-B661A4E3CF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68D8623-A7AE-4D3A-F699-46A73E60245C}"/>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95205691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A94EB-532B-6C60-14DC-BA48B727086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7B292B4-B49E-FED2-6269-AC20227DDCF9}"/>
              </a:ext>
            </a:extLst>
          </p:cNvPr>
          <p:cNvSpPr>
            <a:spLocks noGrp="1"/>
          </p:cNvSpPr>
          <p:nvPr>
            <p:ph type="dt" sz="half" idx="10"/>
          </p:nvPr>
        </p:nvSpPr>
        <p:spPr/>
        <p:txBody>
          <a:bodyPr/>
          <a:lstStyle/>
          <a:p>
            <a:fld id="{38C78D83-8849-441E-9405-A66E23607D97}"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31EB073A-1F71-5D4F-76E3-46FF7698A74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05D32F1-FCB5-20C3-DF32-50291AC29D77}"/>
              </a:ext>
            </a:extLst>
          </p:cNvPr>
          <p:cNvSpPr>
            <a:spLocks noGrp="1"/>
          </p:cNvSpPr>
          <p:nvPr>
            <p:ph type="sldNum" sz="quarter" idx="12"/>
          </p:nvPr>
        </p:nvSpPr>
        <p:spPr/>
        <p:txBody>
          <a:bodyPr/>
          <a:lstStyle/>
          <a:p>
            <a:fld id="{1611628E-103D-4D19-984D-96591E3F9899}" type="slidenum">
              <a:rPr lang="zh-CN" altLang="en-US" smtClean="0"/>
              <a:t>‹#›</a:t>
            </a:fld>
            <a:endParaRPr lang="zh-CN" altLang="en-US"/>
          </a:p>
        </p:txBody>
      </p:sp>
    </p:spTree>
    <p:extLst>
      <p:ext uri="{BB962C8B-B14F-4D97-AF65-F5344CB8AC3E}">
        <p14:creationId xmlns:p14="http://schemas.microsoft.com/office/powerpoint/2010/main" val="26571004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C890A0-BF73-B6CB-48CF-6A92A6E9AFB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40DF190-F770-3E4D-865F-E1D59EDA3F3B}"/>
              </a:ext>
            </a:extLst>
          </p:cNvPr>
          <p:cNvSpPr>
            <a:spLocks noGrp="1"/>
          </p:cNvSpPr>
          <p:nvPr>
            <p:ph type="dt" sz="half" idx="10"/>
          </p:nvPr>
        </p:nvSpPr>
        <p:spPr/>
        <p:txBody>
          <a:bodyPr/>
          <a:lstStyle/>
          <a:p>
            <a:fld id="{38C78D83-8849-441E-9405-A66E23607D97}"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214609AA-E387-D5B6-7276-63FCBF010F4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15AE3D6-2AB5-532E-34C1-2E3AEF5B1663}"/>
              </a:ext>
            </a:extLst>
          </p:cNvPr>
          <p:cNvSpPr>
            <a:spLocks noGrp="1"/>
          </p:cNvSpPr>
          <p:nvPr>
            <p:ph type="sldNum" sz="quarter" idx="12"/>
          </p:nvPr>
        </p:nvSpPr>
        <p:spPr/>
        <p:txBody>
          <a:bodyPr/>
          <a:lstStyle/>
          <a:p>
            <a:fld id="{1611628E-103D-4D19-984D-96591E3F9899}" type="slidenum">
              <a:rPr lang="zh-CN" altLang="en-US" smtClean="0"/>
              <a:t>‹#›</a:t>
            </a:fld>
            <a:endParaRPr lang="zh-CN" altLang="en-US"/>
          </a:p>
        </p:txBody>
      </p:sp>
    </p:spTree>
    <p:extLst>
      <p:ext uri="{BB962C8B-B14F-4D97-AF65-F5344CB8AC3E}">
        <p14:creationId xmlns:p14="http://schemas.microsoft.com/office/powerpoint/2010/main" val="5213162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022162-CCE6-1E8B-1254-7AAF1A6CE4D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52D1B67-5244-4537-224A-729A2844AB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669C928-03C9-40FF-8922-92F42930EBE7}"/>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EB15A0F9-64B0-056F-4361-A9E5AFECE3F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7BD1F12-3F18-F03F-91E0-40752E58BB7A}"/>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5311662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9A58DF-F85B-044B-C9AB-B5B966BEC74D}"/>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07834A5B-81DD-4A86-063B-5639FF32CF9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441FCA-C66B-9E3D-3707-47E12992429C}"/>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95F8E8B9-00E8-FD47-2FC0-488EA8F8807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4A207B5-8859-0FFC-F065-402B378C45EC}"/>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9875122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1_自定义版式">
    <p:bg>
      <p:bgPr>
        <a:pattFill prst="pct60">
          <a:fgClr>
            <a:srgbClr val="FFFAFA"/>
          </a:fgClr>
          <a:bgClr>
            <a:srgbClr val="FAF0E6"/>
          </a:bgClr>
        </a:patt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A94EB-532B-6C60-14DC-BA48B727086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7B292B4-B49E-FED2-6269-AC20227DDCF9}"/>
              </a:ext>
            </a:extLst>
          </p:cNvPr>
          <p:cNvSpPr>
            <a:spLocks noGrp="1"/>
          </p:cNvSpPr>
          <p:nvPr>
            <p:ph type="dt" sz="half" idx="10"/>
          </p:nvPr>
        </p:nvSpPr>
        <p:spPr/>
        <p:txBody>
          <a:bodyPr/>
          <a:lstStyle/>
          <a:p>
            <a:fld id="{38C78D83-8849-441E-9405-A66E23607D97}"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31EB073A-1F71-5D4F-76E3-46FF7698A74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05D32F1-FCB5-20C3-DF32-50291AC29D77}"/>
              </a:ext>
            </a:extLst>
          </p:cNvPr>
          <p:cNvSpPr>
            <a:spLocks noGrp="1"/>
          </p:cNvSpPr>
          <p:nvPr>
            <p:ph type="sldNum" sz="quarter" idx="12"/>
          </p:nvPr>
        </p:nvSpPr>
        <p:spPr/>
        <p:txBody>
          <a:bodyPr/>
          <a:lstStyle/>
          <a:p>
            <a:fld id="{1611628E-103D-4D19-984D-96591E3F9899}" type="slidenum">
              <a:rPr lang="zh-CN" altLang="en-US" smtClean="0"/>
              <a:t>‹#›</a:t>
            </a:fld>
            <a:endParaRPr lang="zh-CN" altLang="en-US"/>
          </a:p>
        </p:txBody>
      </p:sp>
    </p:spTree>
    <p:extLst>
      <p:ext uri="{BB962C8B-B14F-4D97-AF65-F5344CB8AC3E}">
        <p14:creationId xmlns:p14="http://schemas.microsoft.com/office/powerpoint/2010/main" val="33293515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自定义版式">
    <p:bg>
      <p:bgPr>
        <a:pattFill prst="pct60">
          <a:fgClr>
            <a:srgbClr val="FFFAFA"/>
          </a:fgClr>
          <a:bgClr>
            <a:srgbClr val="FAF0E6"/>
          </a:bgClr>
        </a:patt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C890A0-BF73-B6CB-48CF-6A92A6E9AFB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40DF190-F770-3E4D-865F-E1D59EDA3F3B}"/>
              </a:ext>
            </a:extLst>
          </p:cNvPr>
          <p:cNvSpPr>
            <a:spLocks noGrp="1"/>
          </p:cNvSpPr>
          <p:nvPr>
            <p:ph type="dt" sz="half" idx="10"/>
          </p:nvPr>
        </p:nvSpPr>
        <p:spPr/>
        <p:txBody>
          <a:bodyPr/>
          <a:lstStyle/>
          <a:p>
            <a:fld id="{38C78D83-8849-441E-9405-A66E23607D97}"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214609AA-E387-D5B6-7276-63FCBF010F4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15AE3D6-2AB5-532E-34C1-2E3AEF5B1663}"/>
              </a:ext>
            </a:extLst>
          </p:cNvPr>
          <p:cNvSpPr>
            <a:spLocks noGrp="1"/>
          </p:cNvSpPr>
          <p:nvPr>
            <p:ph type="sldNum" sz="quarter" idx="12"/>
          </p:nvPr>
        </p:nvSpPr>
        <p:spPr/>
        <p:txBody>
          <a:bodyPr/>
          <a:lstStyle/>
          <a:p>
            <a:fld id="{1611628E-103D-4D19-984D-96591E3F9899}" type="slidenum">
              <a:rPr lang="zh-CN" altLang="en-US" smtClean="0"/>
              <a:t>‹#›</a:t>
            </a:fld>
            <a:endParaRPr lang="zh-CN" altLang="en-US"/>
          </a:p>
        </p:txBody>
      </p:sp>
    </p:spTree>
    <p:extLst>
      <p:ext uri="{BB962C8B-B14F-4D97-AF65-F5344CB8AC3E}">
        <p14:creationId xmlns:p14="http://schemas.microsoft.com/office/powerpoint/2010/main" val="32160072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bg>
      <p:bgPr>
        <a:pattFill prst="pct60">
          <a:fgClr>
            <a:srgbClr val="FFFAFA"/>
          </a:fgClr>
          <a:bgClr>
            <a:srgbClr val="FAF0E6"/>
          </a:bgClr>
        </a:patt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E01DA7-639E-C422-4399-F338242CE34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CF64FBD-F388-2865-12AE-D1A2E66B0B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D411AF7-5983-899F-B749-5034A3D9707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F8F0A60A-CE5F-BD95-B35D-0E79CBA398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DCA36D1-35E2-26CB-93C9-65A9108C9219}"/>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59827739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8C50-8B51-468F-A91B-F52A7F4C992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F1E8BB6-1E7A-6F6C-DF9F-0F6803ACDAE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C59EEE8-5C34-484B-1B3E-06C621C76FF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182A477-0B3A-11E8-B265-64AF96C9A4D9}"/>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6827FD5B-7451-FDA4-FDE1-D6DF256D5D5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C2374BA-F841-0E80-1B26-EB0B7966B2A7}"/>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85218684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026E63-DAFC-1F75-7DA4-731E0C8E4FC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8D32A57-54BD-FF3A-1E9E-0BD01C059D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2F66A37-0397-EEFC-2B65-20BE8B4025D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B22B246-7279-CEB6-9CAA-72630AEDBE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3970CA9-04ED-BEA2-666A-4AFC4B4BCC6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2744637-13F6-BCB7-6201-E05E87C47BCB}"/>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8" name="页脚占位符 7">
            <a:extLst>
              <a:ext uri="{FF2B5EF4-FFF2-40B4-BE49-F238E27FC236}">
                <a16:creationId xmlns:a16="http://schemas.microsoft.com/office/drawing/2014/main" id="{243B7FB7-6F96-7420-9598-AC2A3A210C6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5900811-C248-C4DF-C2F4-738090786217}"/>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416326646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14E475-9E3E-C9DC-C071-A20E9ECD638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1CBE1A7-1380-77A8-1F38-7BE92CB329E6}"/>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6137910F-0CC4-DA7E-5765-DC3E8D09904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C0CEE10-C63A-A357-F3EB-A71B9FC88607}"/>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7493781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9E74E92-7CFF-8ED0-EF7E-1444BAA2784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3" name="页脚占位符 2">
            <a:extLst>
              <a:ext uri="{FF2B5EF4-FFF2-40B4-BE49-F238E27FC236}">
                <a16:creationId xmlns:a16="http://schemas.microsoft.com/office/drawing/2014/main" id="{68FFD9CC-661B-DDC2-A81D-2F592FD640F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7DEAA35-A3EB-4251-6001-D5E262E8B2B6}"/>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50980841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164928-795B-7FED-95BC-41E7F5A6694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9013AB8-1BC9-C010-A953-04F1320A12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C03190C-E5D0-D509-E78F-39D7DE1B16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DE7F421-61EA-9565-EE37-207E55F26C62}"/>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01AD2AE7-3270-3CFD-7ABA-FD0EF998360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391A4FF-6CED-79CF-299F-CA8A17DA80C2}"/>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66329840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8D15E3-0289-33C5-7FB8-1A22F7A7B5F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82533F4-F346-4B88-065D-A050796765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6363321-245D-51FB-1199-C91784E17F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92328A0-0B2D-7C9B-C66E-5DBFD9CE8A2F}"/>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1937ECC4-C990-B5A1-D3C5-2BE68534B4F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EE41A34-DE30-9883-3E04-8027BB419B1A}"/>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72860143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09BE52-D1A1-B122-E72A-C0C9BA8E632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8E2862B-089D-6276-4338-10C916B2470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BA9EEC-7FE7-979F-D875-AE681372092C}"/>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001B9928-5404-24B5-0DCF-9746B4097D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3D554EC-E9D0-803A-4376-FD694D436DE4}"/>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40280708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F21CFE6-6A0A-A97B-D19B-E5E1FF145CE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F089F3F-7FA2-20D4-C483-A8CD16334E9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0C38365-6289-8E96-8AF5-648ACF0A532B}"/>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0B632352-CAA3-F0B5-BB9D-5598DEF5E0C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3497EBD-66AD-B69F-D5DF-2B4A02FA68AD}"/>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73944249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DC34CB-387E-B3AC-8F32-F81C75060E7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8D2574C-D2A5-389D-245E-5669338532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45A981E-E6FE-4A1F-8118-7A211EB446D9}"/>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C862AE17-705E-54E8-8576-693A441237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30EDFE-AB5A-85B8-0324-4E00A7895D48}"/>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43005400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871230-9F8A-DD51-305D-C164DB93F21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6E624B0-4BEF-5541-F44F-425759415CB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58BE18B-F7C4-906A-5B30-D81AD324A9E7}"/>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70036173-2217-7092-5F08-D5049EF0D59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CA4324-2E9D-46B9-EE22-E5FE1C54A18A}"/>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7156546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454B62-DEFE-7868-8D5B-FCD384988A4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22301B1-E30A-C875-6319-008CF7A438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0BDBE36-0EF6-AD13-0214-B1427B18D735}"/>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C87FC42D-CC51-4D2D-636C-7D806C264C8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A8500C-F8B6-A8D7-1509-93E5E1469EC9}"/>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2997583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317BFC-BE1B-CAE9-5EE2-E591718889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D7B877-5D7F-A355-4C4F-768A22715D9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DDF4043-A830-00C8-50E7-5693809BE6B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19AF264-DBD4-66EC-0E8E-5EEE587AC0B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C2B499C6-22F3-97D5-D151-2BF959A4A36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98E31CE-3596-D830-6564-A590D405399B}"/>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8765897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ADC9E6-5B0A-F4B8-DE02-4DAF49CB396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6E68482-EDA3-C6E7-86C9-1B4BBD7CFB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38B626D-9C71-2A6F-47F1-96660F54070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8F6D9AB-7C84-4FE0-477C-ACCF9895A1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FC445A0-BFE4-CAC9-C583-C347CB76BF8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900AB62-6A86-E46A-7AD3-D3CE739F405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8" name="页脚占位符 7">
            <a:extLst>
              <a:ext uri="{FF2B5EF4-FFF2-40B4-BE49-F238E27FC236}">
                <a16:creationId xmlns:a16="http://schemas.microsoft.com/office/drawing/2014/main" id="{E82314B0-B809-B477-C17E-DF6869075A8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6FAE645-1E64-650F-A7A5-69FA416C0AA4}"/>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41694832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8D4F6A-E594-C636-4D27-4CD8E647AC5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0142E31-8FB6-5B1D-E4D3-B45788539BA7}"/>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1F4158BD-1258-2D2C-C720-5B851DA5DC5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EBB3961-2A8C-A112-A9D9-9C744DE3E66D}"/>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47997364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50E1551-C059-FF3F-7977-2CABAB3C6832}"/>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3" name="页脚占位符 2">
            <a:extLst>
              <a:ext uri="{FF2B5EF4-FFF2-40B4-BE49-F238E27FC236}">
                <a16:creationId xmlns:a16="http://schemas.microsoft.com/office/drawing/2014/main" id="{E5761E26-A6C9-386B-8B6C-89960D99B8F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C6983D0-6AD1-BEF4-5DF8-4BAA27EEFECB}"/>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36282322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E8404A-8340-35C4-8631-62D843638B7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23927F1-ACA7-D520-C01E-D37BE9E591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3F9C251-9CE4-13DD-87E0-2C44F6E066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9885FEE-3894-3D62-7878-4749E02D0A4D}"/>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28BE0A11-6817-83E1-68ED-F72DEBCCBD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9B58CE-CC88-6262-BC1D-549EB0FF7A52}"/>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34024628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B0FE2F-4627-2CFB-D2EE-8F78F604F71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4893B20-6906-0B3B-7A97-709FF91510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5FF26458-A686-12A7-55E8-B93D1C9E8A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97C4E6F-1317-35DC-6540-2FAB88C46E74}"/>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34E85204-4E44-3EE9-5431-7A87C2C1486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5AECB55-8A60-C88B-E336-F390938745E0}"/>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72874564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7ED200-9DE8-7D75-EE6D-63E21372BC5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4BE8A41-EA3E-254A-9DCB-3C71636C9B8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DB34FF-060E-C2F6-5413-B5135E34232C}"/>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636B853C-3B3C-E44B-1F87-86E6840ECE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2ABB1-7F5D-8012-6B87-C6BAD8CBD371}"/>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06107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CFFC53C-65E4-DE43-48AC-CDEA33D2F78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93265DA-BE42-5372-A3D5-3106E8833F9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8BF1C0-3B2E-562C-8021-4DEEFD6BA86A}"/>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AED894A3-0B50-731E-0A38-B661A4E3CF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68D8623-A7AE-4D3A-F699-46A73E60245C}"/>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415281000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022162-CCE6-1E8B-1254-7AAF1A6CE4D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52D1B67-5244-4537-224A-729A2844AB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669C928-03C9-40FF-8922-92F42930EBE7}"/>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EB15A0F9-64B0-056F-4361-A9E5AFECE3F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7BD1F12-3F18-F03F-91E0-40752E58BB7A}"/>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93225666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9A58DF-F85B-044B-C9AB-B5B966BEC74D}"/>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07834A5B-81DD-4A86-063B-5639FF32CF9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441FCA-C66B-9E3D-3707-47E12992429C}"/>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95F8E8B9-00E8-FD47-2FC0-488EA8F8807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4A207B5-8859-0FFC-F065-402B378C45EC}"/>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98573769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_自定义版式">
    <p:bg>
      <p:bgPr>
        <a:pattFill prst="pct60">
          <a:fgClr>
            <a:srgbClr val="FFFAFA"/>
          </a:fgClr>
          <a:bgClr>
            <a:srgbClr val="FAF0E6"/>
          </a:bgClr>
        </a:patt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A94EB-532B-6C60-14DC-BA48B727086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7B292B4-B49E-FED2-6269-AC20227DDCF9}"/>
              </a:ext>
            </a:extLst>
          </p:cNvPr>
          <p:cNvSpPr>
            <a:spLocks noGrp="1"/>
          </p:cNvSpPr>
          <p:nvPr>
            <p:ph type="dt" sz="half" idx="10"/>
          </p:nvPr>
        </p:nvSpPr>
        <p:spPr/>
        <p:txBody>
          <a:bodyPr/>
          <a:lstStyle/>
          <a:p>
            <a:fld id="{38C78D83-8849-441E-9405-A66E23607D97}"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31EB073A-1F71-5D4F-76E3-46FF7698A74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05D32F1-FCB5-20C3-DF32-50291AC29D77}"/>
              </a:ext>
            </a:extLst>
          </p:cNvPr>
          <p:cNvSpPr>
            <a:spLocks noGrp="1"/>
          </p:cNvSpPr>
          <p:nvPr>
            <p:ph type="sldNum" sz="quarter" idx="12"/>
          </p:nvPr>
        </p:nvSpPr>
        <p:spPr/>
        <p:txBody>
          <a:bodyPr/>
          <a:lstStyle/>
          <a:p>
            <a:fld id="{1611628E-103D-4D19-984D-96591E3F9899}" type="slidenum">
              <a:rPr lang="zh-CN" altLang="en-US" smtClean="0"/>
              <a:t>‹#›</a:t>
            </a:fld>
            <a:endParaRPr lang="zh-CN" altLang="en-US"/>
          </a:p>
        </p:txBody>
      </p:sp>
    </p:spTree>
    <p:extLst>
      <p:ext uri="{BB962C8B-B14F-4D97-AF65-F5344CB8AC3E}">
        <p14:creationId xmlns:p14="http://schemas.microsoft.com/office/powerpoint/2010/main" val="344373001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自定义版式">
    <p:bg>
      <p:bgPr>
        <a:pattFill prst="pct60">
          <a:fgClr>
            <a:srgbClr val="FFFAFA"/>
          </a:fgClr>
          <a:bgClr>
            <a:srgbClr val="FAF0E6"/>
          </a:bgClr>
        </a:patt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C890A0-BF73-B6CB-48CF-6A92A6E9AFB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40DF190-F770-3E4D-865F-E1D59EDA3F3B}"/>
              </a:ext>
            </a:extLst>
          </p:cNvPr>
          <p:cNvSpPr>
            <a:spLocks noGrp="1"/>
          </p:cNvSpPr>
          <p:nvPr>
            <p:ph type="dt" sz="half" idx="10"/>
          </p:nvPr>
        </p:nvSpPr>
        <p:spPr/>
        <p:txBody>
          <a:bodyPr/>
          <a:lstStyle/>
          <a:p>
            <a:fld id="{38C78D83-8849-441E-9405-A66E23607D97}"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214609AA-E387-D5B6-7276-63FCBF010F4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15AE3D6-2AB5-532E-34C1-2E3AEF5B1663}"/>
              </a:ext>
            </a:extLst>
          </p:cNvPr>
          <p:cNvSpPr>
            <a:spLocks noGrp="1"/>
          </p:cNvSpPr>
          <p:nvPr>
            <p:ph type="sldNum" sz="quarter" idx="12"/>
          </p:nvPr>
        </p:nvSpPr>
        <p:spPr/>
        <p:txBody>
          <a:bodyPr/>
          <a:lstStyle/>
          <a:p>
            <a:fld id="{1611628E-103D-4D19-984D-96591E3F9899}" type="slidenum">
              <a:rPr lang="zh-CN" altLang="en-US" smtClean="0"/>
              <a:t>‹#›</a:t>
            </a:fld>
            <a:endParaRPr lang="zh-CN" altLang="en-US"/>
          </a:p>
        </p:txBody>
      </p:sp>
    </p:spTree>
    <p:extLst>
      <p:ext uri="{BB962C8B-B14F-4D97-AF65-F5344CB8AC3E}">
        <p14:creationId xmlns:p14="http://schemas.microsoft.com/office/powerpoint/2010/main" val="172532165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secHead" preserve="1">
  <p:cSld name="节标题">
    <p:bg>
      <p:bgPr>
        <a:pattFill prst="pct60">
          <a:fgClr>
            <a:srgbClr val="FFFAFA"/>
          </a:fgClr>
          <a:bgClr>
            <a:srgbClr val="FAF0E6"/>
          </a:bgClr>
        </a:patt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E01DA7-639E-C422-4399-F338242CE34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CF64FBD-F388-2865-12AE-D1A2E66B0B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D411AF7-5983-899F-B749-5034A3D9707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F8F0A60A-CE5F-BD95-B35D-0E79CBA398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DCA36D1-35E2-26CB-93C9-65A9108C9219}"/>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43640629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8C50-8B51-468F-A91B-F52A7F4C992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F1E8BB6-1E7A-6F6C-DF9F-0F6803ACDAE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C59EEE8-5C34-484B-1B3E-06C621C76FF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182A477-0B3A-11E8-B265-64AF96C9A4D9}"/>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6827FD5B-7451-FDA4-FDE1-D6DF256D5D5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C2374BA-F841-0E80-1B26-EB0B7966B2A7}"/>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66971558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026E63-DAFC-1F75-7DA4-731E0C8E4FC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8D32A57-54BD-FF3A-1E9E-0BD01C059D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2F66A37-0397-EEFC-2B65-20BE8B4025D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B22B246-7279-CEB6-9CAA-72630AEDBE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3970CA9-04ED-BEA2-666A-4AFC4B4BCC6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2744637-13F6-BCB7-6201-E05E87C47BCB}"/>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8" name="页脚占位符 7">
            <a:extLst>
              <a:ext uri="{FF2B5EF4-FFF2-40B4-BE49-F238E27FC236}">
                <a16:creationId xmlns:a16="http://schemas.microsoft.com/office/drawing/2014/main" id="{243B7FB7-6F96-7420-9598-AC2A3A210C6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5900811-C248-C4DF-C2F4-738090786217}"/>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419668213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14E475-9E3E-C9DC-C071-A20E9ECD638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1CBE1A7-1380-77A8-1F38-7BE92CB329E6}"/>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6137910F-0CC4-DA7E-5765-DC3E8D09904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C0CEE10-C63A-A357-F3EB-A71B9FC88607}"/>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47255537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9E74E92-7CFF-8ED0-EF7E-1444BAA2784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3" name="页脚占位符 2">
            <a:extLst>
              <a:ext uri="{FF2B5EF4-FFF2-40B4-BE49-F238E27FC236}">
                <a16:creationId xmlns:a16="http://schemas.microsoft.com/office/drawing/2014/main" id="{68FFD9CC-661B-DDC2-A81D-2F592FD640F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7DEAA35-A3EB-4251-6001-D5E262E8B2B6}"/>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92135425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164928-795B-7FED-95BC-41E7F5A6694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9013AB8-1BC9-C010-A953-04F1320A12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C03190C-E5D0-D509-E78F-39D7DE1B16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DE7F421-61EA-9565-EE37-207E55F26C62}"/>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01AD2AE7-3270-3CFD-7ABA-FD0EF998360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391A4FF-6CED-79CF-299F-CA8A17DA80C2}"/>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93457896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8D15E3-0289-33C5-7FB8-1A22F7A7B5F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82533F4-F346-4B88-065D-A050796765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6363321-245D-51FB-1199-C91784E17F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92328A0-0B2D-7C9B-C66E-5DBFD9CE8A2F}"/>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1937ECC4-C990-B5A1-D3C5-2BE68534B4F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EE41A34-DE30-9883-3E04-8027BB419B1A}"/>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6200993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09BE52-D1A1-B122-E72A-C0C9BA8E632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8E2862B-089D-6276-4338-10C916B2470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BA9EEC-7FE7-979F-D875-AE681372092C}"/>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001B9928-5404-24B5-0DCF-9746B4097D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3D554EC-E9D0-803A-4376-FD694D436DE4}"/>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69839402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F21CFE6-6A0A-A97B-D19B-E5E1FF145CE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F089F3F-7FA2-20D4-C483-A8CD16334E9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0C38365-6289-8E96-8AF5-648ACF0A532B}"/>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0B632352-CAA3-F0B5-BB9D-5598DEF5E0C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3497EBD-66AD-B69F-D5DF-2B4A02FA68AD}"/>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423166140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DC34CB-387E-B3AC-8F32-F81C75060E7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8D2574C-D2A5-389D-245E-5669338532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45A981E-E6FE-4A1F-8118-7A211EB446D9}"/>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C862AE17-705E-54E8-8576-693A441237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30EDFE-AB5A-85B8-0324-4E00A7895D48}"/>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88061961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871230-9F8A-DD51-305D-C164DB93F21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6E624B0-4BEF-5541-F44F-425759415CB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58BE18B-F7C4-906A-5B30-D81AD324A9E7}"/>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70036173-2217-7092-5F08-D5049EF0D59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CA4324-2E9D-46B9-EE22-E5FE1C54A18A}"/>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05404491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454B62-DEFE-7868-8D5B-FCD384988A4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22301B1-E30A-C875-6319-008CF7A438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0BDBE36-0EF6-AD13-0214-B1427B18D735}"/>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C87FC42D-CC51-4D2D-636C-7D806C264C8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A8500C-F8B6-A8D7-1509-93E5E1469EC9}"/>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71797735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317BFC-BE1B-CAE9-5EE2-E591718889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D7B877-5D7F-A355-4C4F-768A22715D9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DDF4043-A830-00C8-50E7-5693809BE6B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19AF264-DBD4-66EC-0E8E-5EEE587AC0B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C2B499C6-22F3-97D5-D151-2BF959A4A36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98E31CE-3596-D830-6564-A590D405399B}"/>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20127180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ADC9E6-5B0A-F4B8-DE02-4DAF49CB396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6E68482-EDA3-C6E7-86C9-1B4BBD7CFB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38B626D-9C71-2A6F-47F1-96660F54070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8F6D9AB-7C84-4FE0-477C-ACCF9895A1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FC445A0-BFE4-CAC9-C583-C347CB76BF8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900AB62-6A86-E46A-7AD3-D3CE739F4053}"/>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8" name="页脚占位符 7">
            <a:extLst>
              <a:ext uri="{FF2B5EF4-FFF2-40B4-BE49-F238E27FC236}">
                <a16:creationId xmlns:a16="http://schemas.microsoft.com/office/drawing/2014/main" id="{E82314B0-B809-B477-C17E-DF6869075A8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6FAE645-1E64-650F-A7A5-69FA416C0AA4}"/>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14244108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8D4F6A-E594-C636-4D27-4CD8E647AC5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0142E31-8FB6-5B1D-E4D3-B45788539BA7}"/>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1F4158BD-1258-2D2C-C720-5B851DA5DC5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EBB3961-2A8C-A112-A9D9-9C744DE3E66D}"/>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76184143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50E1551-C059-FF3F-7977-2CABAB3C6832}"/>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3" name="页脚占位符 2">
            <a:extLst>
              <a:ext uri="{FF2B5EF4-FFF2-40B4-BE49-F238E27FC236}">
                <a16:creationId xmlns:a16="http://schemas.microsoft.com/office/drawing/2014/main" id="{E5761E26-A6C9-386B-8B6C-89960D99B8F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C6983D0-6AD1-BEF4-5DF8-4BAA27EEFECB}"/>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10887137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E8404A-8340-35C4-8631-62D843638B7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23927F1-ACA7-D520-C01E-D37BE9E591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3F9C251-9CE4-13DD-87E0-2C44F6E066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9885FEE-3894-3D62-7878-4749E02D0A4D}"/>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28BE0A11-6817-83E1-68ED-F72DEBCCBD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9B58CE-CC88-6262-BC1D-549EB0FF7A52}"/>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83553119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B0FE2F-4627-2CFB-D2EE-8F78F604F71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4893B20-6906-0B3B-7A97-709FF91510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5FF26458-A686-12A7-55E8-B93D1C9E8A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97C4E6F-1317-35DC-6540-2FAB88C46E74}"/>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6" name="页脚占位符 5">
            <a:extLst>
              <a:ext uri="{FF2B5EF4-FFF2-40B4-BE49-F238E27FC236}">
                <a16:creationId xmlns:a16="http://schemas.microsoft.com/office/drawing/2014/main" id="{34E85204-4E44-3EE9-5431-7A87C2C1486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5AECB55-8A60-C88B-E336-F390938745E0}"/>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64722244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7ED200-9DE8-7D75-EE6D-63E21372BC5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4BE8A41-EA3E-254A-9DCB-3C71636C9B8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DB34FF-060E-C2F6-5413-B5135E34232C}"/>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636B853C-3B3C-E44B-1F87-86E6840ECE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2ABB1-7F5D-8012-6B87-C6BAD8CBD371}"/>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39251450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CFFC53C-65E4-DE43-48AC-CDEA33D2F78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93265DA-BE42-5372-A3D5-3106E8833F9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8BF1C0-3B2E-562C-8021-4DEEFD6BA86A}"/>
              </a:ext>
            </a:extLst>
          </p:cNvPr>
          <p:cNvSpPr>
            <a:spLocks noGrp="1"/>
          </p:cNvSpPr>
          <p:nvPr>
            <p:ph type="dt" sz="half" idx="10"/>
          </p:nvPr>
        </p:nvSpPr>
        <p:spPr/>
        <p:txBody>
          <a:body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AED894A3-0B50-731E-0A38-B661A4E3CF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68D8623-A7AE-4D3A-F699-46A73E60245C}"/>
              </a:ext>
            </a:extLst>
          </p:cNvPr>
          <p:cNvSpPr>
            <a:spLocks noGrp="1"/>
          </p:cNvSpPr>
          <p:nvPr>
            <p:ph type="sldNum" sz="quarter" idx="12"/>
          </p:nvPr>
        </p:nvSpPr>
        <p:spPr/>
        <p:txBody>
          <a:body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91214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1.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6.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slideLayout" Target="../slideLayouts/slideLayout8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5.xml"/><Relationship Id="rId3" Type="http://schemas.openxmlformats.org/officeDocument/2006/relationships/slideLayout" Target="../slideLayouts/slideLayout90.xml"/><Relationship Id="rId7" Type="http://schemas.openxmlformats.org/officeDocument/2006/relationships/slideLayout" Target="../slideLayouts/slideLayout94.xml"/><Relationship Id="rId12" Type="http://schemas.openxmlformats.org/officeDocument/2006/relationships/theme" Target="../theme/theme8.xml"/><Relationship Id="rId2" Type="http://schemas.openxmlformats.org/officeDocument/2006/relationships/slideLayout" Target="../slideLayouts/slideLayout89.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5" Type="http://schemas.openxmlformats.org/officeDocument/2006/relationships/slideLayout" Target="../slideLayouts/slideLayout92.xml"/><Relationship Id="rId10" Type="http://schemas.openxmlformats.org/officeDocument/2006/relationships/slideLayout" Target="../slideLayouts/slideLayout97.xml"/><Relationship Id="rId4" Type="http://schemas.openxmlformats.org/officeDocument/2006/relationships/slideLayout" Target="../slideLayouts/slideLayout91.xml"/><Relationship Id="rId9" Type="http://schemas.openxmlformats.org/officeDocument/2006/relationships/slideLayout" Target="../slideLayouts/slideLayout9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C1B8B1-37B1-46CB-F1DD-0F9B40423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E4FE8F3-1AF6-405B-962D-4ED945625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153AB3B-13B1-1D9E-A047-F24C86E913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F18BD47C-1214-918D-38D6-2BFA3A3E88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46D2F25-0A21-F91B-7F60-A5482911F2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56871370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60"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pattFill prst="pct5">
          <a:fgClr>
            <a:srgbClr val="FFFAFA"/>
          </a:fgClr>
          <a:bgClr>
            <a:srgbClr val="FAF0E6"/>
          </a:bgClr>
        </a:patt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EC3CFE7-8DEA-DF8F-20CE-6023AB9EC2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3895519D-7C29-711D-16DD-98C99F6C14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C10E6FCD-2E04-F9BE-599F-DA3D621626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24A287BA-9F72-DB63-E0C7-FD8ED204DE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ECCBBE0-C200-D209-03A6-6E2104268A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43366686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C1B8B1-37B1-46CB-F1DD-0F9B40423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E4FE8F3-1AF6-405B-962D-4ED945625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153AB3B-13B1-1D9E-A047-F24C86E913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F18BD47C-1214-918D-38D6-2BFA3A3E88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46D2F25-0A21-F91B-7F60-A5482911F2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627237067"/>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C1B8B1-37B1-46CB-F1DD-0F9B40423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E4FE8F3-1AF6-405B-962D-4ED945625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153AB3B-13B1-1D9E-A047-F24C86E913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F18BD47C-1214-918D-38D6-2BFA3A3E88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46D2F25-0A21-F91B-7F60-A5482911F2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72072745"/>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pattFill prst="pct5">
          <a:fgClr>
            <a:srgbClr val="FFFAFA"/>
          </a:fgClr>
          <a:bgClr>
            <a:srgbClr val="FAF0E6"/>
          </a:bgClr>
        </a:patt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EC3CFE7-8DEA-DF8F-20CE-6023AB9EC2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3895519D-7C29-711D-16DD-98C99F6C14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C10E6FCD-2E04-F9BE-599F-DA3D621626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24A287BA-9F72-DB63-E0C7-FD8ED204DE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ECCBBE0-C200-D209-03A6-6E2104268A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535176005"/>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C1B8B1-37B1-46CB-F1DD-0F9B40423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E4FE8F3-1AF6-405B-962D-4ED945625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153AB3B-13B1-1D9E-A047-F24C86E913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F18BD47C-1214-918D-38D6-2BFA3A3E88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46D2F25-0A21-F91B-7F60-A5482911F2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3112610857"/>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pattFill prst="pct5">
          <a:fgClr>
            <a:srgbClr val="FFFAFA"/>
          </a:fgClr>
          <a:bgClr>
            <a:srgbClr val="FAF0E6"/>
          </a:bgClr>
        </a:patt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EC3CFE7-8DEA-DF8F-20CE-6023AB9EC2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3895519D-7C29-711D-16DD-98C99F6C14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C10E6FCD-2E04-F9BE-599F-DA3D621626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24A287BA-9F72-DB63-E0C7-FD8ED204DE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ECCBBE0-C200-D209-03A6-6E2104268A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134514528"/>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C1B8B1-37B1-46CB-F1DD-0F9B40423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E4FE8F3-1AF6-405B-962D-4ED945625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153AB3B-13B1-1D9E-A047-F24C86E913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9297D9-C36A-49A5-9BA5-3993139D79DF}" type="datetimeFigureOut">
              <a:rPr lang="zh-CN" altLang="en-US" smtClean="0"/>
              <a:t>2025/7/10</a:t>
            </a:fld>
            <a:endParaRPr lang="zh-CN" altLang="en-US"/>
          </a:p>
        </p:txBody>
      </p:sp>
      <p:sp>
        <p:nvSpPr>
          <p:cNvPr id="5" name="页脚占位符 4">
            <a:extLst>
              <a:ext uri="{FF2B5EF4-FFF2-40B4-BE49-F238E27FC236}">
                <a16:creationId xmlns:a16="http://schemas.microsoft.com/office/drawing/2014/main" id="{F18BD47C-1214-918D-38D6-2BFA3A3E88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46D2F25-0A21-F91B-7F60-A5482911F2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684E0D-4FEA-46B2-B763-BF73A4DD5962}" type="slidenum">
              <a:rPr lang="zh-CN" altLang="en-US" smtClean="0"/>
              <a:t>‹#›</a:t>
            </a:fld>
            <a:endParaRPr lang="zh-CN" altLang="en-US"/>
          </a:p>
        </p:txBody>
      </p:sp>
    </p:spTree>
    <p:extLst>
      <p:ext uri="{BB962C8B-B14F-4D97-AF65-F5344CB8AC3E}">
        <p14:creationId xmlns:p14="http://schemas.microsoft.com/office/powerpoint/2010/main" val="2362247844"/>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9.xml"/><Relationship Id="rId4" Type="http://schemas.openxmlformats.org/officeDocument/2006/relationships/hyperlink" Target="https://anokolisa.itch.io/sidescroller-pixelart-sprites-asset-pack-forest-16x16"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9.xml"/><Relationship Id="rId5" Type="http://schemas.openxmlformats.org/officeDocument/2006/relationships/image" Target="../media/image9.jpe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39.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35000">
              <a:schemeClr val="bg1"/>
            </a:gs>
            <a:gs pos="0">
              <a:srgbClr val="F5F5D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D99E8A77-2975-95CE-54D2-763C1BBE9476}"/>
              </a:ext>
            </a:extLst>
          </p:cNvPr>
          <p:cNvSpPr>
            <a:spLocks noGrp="1"/>
          </p:cNvSpPr>
          <p:nvPr>
            <p:ph type="ctrTitle"/>
          </p:nvPr>
        </p:nvSpPr>
        <p:spPr>
          <a:xfrm>
            <a:off x="-2023432" y="-342880"/>
            <a:ext cx="9144000" cy="2387600"/>
          </a:xfrm>
        </p:spPr>
        <p:txBody>
          <a:bodyPr/>
          <a:lstStyle/>
          <a:p>
            <a:r>
              <a:rPr lang="en-US" altLang="zh-CN" dirty="0"/>
              <a:t>Part 1</a:t>
            </a:r>
            <a:br>
              <a:rPr lang="en-US" altLang="zh-CN" dirty="0"/>
            </a:br>
            <a:r>
              <a:rPr lang="en-US" altLang="zh-CN" sz="7200" dirty="0"/>
              <a:t>prototype</a:t>
            </a:r>
            <a:endParaRPr lang="zh-CN" altLang="en-US" dirty="0"/>
          </a:p>
        </p:txBody>
      </p:sp>
      <p:pic>
        <p:nvPicPr>
          <p:cNvPr id="9" name="图片 8">
            <a:extLst>
              <a:ext uri="{FF2B5EF4-FFF2-40B4-BE49-F238E27FC236}">
                <a16:creationId xmlns:a16="http://schemas.microsoft.com/office/drawing/2014/main" id="{BC7580BA-2A84-70FE-B015-F13A5E7ED9C0}"/>
              </a:ext>
            </a:extLst>
          </p:cNvPr>
          <p:cNvPicPr>
            <a:picLocks noChangeAspect="1"/>
          </p:cNvPicPr>
          <p:nvPr/>
        </p:nvPicPr>
        <p:blipFill>
          <a:blip r:embed="rId2"/>
          <a:stretch>
            <a:fillRect/>
          </a:stretch>
        </p:blipFill>
        <p:spPr>
          <a:xfrm>
            <a:off x="5547779" y="382816"/>
            <a:ext cx="7029811" cy="1930499"/>
          </a:xfrm>
          <a:prstGeom prst="rect">
            <a:avLst/>
          </a:prstGeom>
        </p:spPr>
      </p:pic>
      <p:pic>
        <p:nvPicPr>
          <p:cNvPr id="11" name="图片 10">
            <a:extLst>
              <a:ext uri="{FF2B5EF4-FFF2-40B4-BE49-F238E27FC236}">
                <a16:creationId xmlns:a16="http://schemas.microsoft.com/office/drawing/2014/main" id="{B031E892-96F8-AB37-706C-C766673DCDFF}"/>
              </a:ext>
            </a:extLst>
          </p:cNvPr>
          <p:cNvPicPr>
            <a:picLocks noChangeAspect="1"/>
          </p:cNvPicPr>
          <p:nvPr/>
        </p:nvPicPr>
        <p:blipFill>
          <a:blip r:embed="rId3"/>
          <a:stretch>
            <a:fillRect/>
          </a:stretch>
        </p:blipFill>
        <p:spPr>
          <a:xfrm>
            <a:off x="475766" y="2416658"/>
            <a:ext cx="6921856" cy="4286470"/>
          </a:xfrm>
          <a:prstGeom prst="rect">
            <a:avLst/>
          </a:prstGeom>
        </p:spPr>
      </p:pic>
    </p:spTree>
    <p:extLst>
      <p:ext uri="{BB962C8B-B14F-4D97-AF65-F5344CB8AC3E}">
        <p14:creationId xmlns:p14="http://schemas.microsoft.com/office/powerpoint/2010/main" val="3825075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0477D6-52F8-6753-264E-E3F3ABE05463}"/>
              </a:ext>
            </a:extLst>
          </p:cNvPr>
          <p:cNvSpPr>
            <a:spLocks noGrp="1"/>
          </p:cNvSpPr>
          <p:nvPr>
            <p:ph type="title"/>
          </p:nvPr>
        </p:nvSpPr>
        <p:spPr>
          <a:xfrm>
            <a:off x="838200" y="541395"/>
            <a:ext cx="10515600" cy="1325563"/>
          </a:xfrm>
        </p:spPr>
        <p:txBody>
          <a:bodyPr/>
          <a:lstStyle/>
          <a:p>
            <a:r>
              <a:rPr lang="zh-CN" altLang="en-US" dirty="0"/>
              <a:t>尝试制作第一部分的</a:t>
            </a:r>
            <a:r>
              <a:rPr lang="en-US" altLang="zh-CN" dirty="0"/>
              <a:t>demo</a:t>
            </a:r>
            <a:br>
              <a:rPr lang="en-US" altLang="zh-CN" dirty="0"/>
            </a:br>
            <a:r>
              <a:rPr lang="zh-CN" altLang="en-US" dirty="0"/>
              <a:t>需求</a:t>
            </a:r>
          </a:p>
        </p:txBody>
      </p:sp>
      <p:sp>
        <p:nvSpPr>
          <p:cNvPr id="3" name="内容占位符 2">
            <a:extLst>
              <a:ext uri="{FF2B5EF4-FFF2-40B4-BE49-F238E27FC236}">
                <a16:creationId xmlns:a16="http://schemas.microsoft.com/office/drawing/2014/main" id="{EA2577CF-0B75-D743-1AF5-06777EE9E0F8}"/>
              </a:ext>
            </a:extLst>
          </p:cNvPr>
          <p:cNvSpPr>
            <a:spLocks noGrp="1"/>
          </p:cNvSpPr>
          <p:nvPr>
            <p:ph idx="1"/>
          </p:nvPr>
        </p:nvSpPr>
        <p:spPr>
          <a:xfrm>
            <a:off x="838200" y="2141537"/>
            <a:ext cx="10515600" cy="4351338"/>
          </a:xfrm>
        </p:spPr>
        <p:txBody>
          <a:bodyPr/>
          <a:lstStyle/>
          <a:p>
            <a:r>
              <a:rPr lang="zh-CN" altLang="en-US" dirty="0">
                <a:highlight>
                  <a:srgbClr val="E4EDEB"/>
                </a:highlight>
              </a:rPr>
              <a:t>人物设计</a:t>
            </a:r>
            <a:r>
              <a:rPr lang="en-US" altLang="zh-CN" dirty="0">
                <a:highlight>
                  <a:srgbClr val="E4EDEB"/>
                </a:highlight>
              </a:rPr>
              <a:t>(</a:t>
            </a:r>
            <a:r>
              <a:rPr lang="zh-CN" altLang="en-US" dirty="0">
                <a:highlight>
                  <a:srgbClr val="E4EDEB"/>
                </a:highlight>
              </a:rPr>
              <a:t>主角外观</a:t>
            </a:r>
            <a:r>
              <a:rPr lang="en-US" altLang="zh-CN" dirty="0">
                <a:highlight>
                  <a:srgbClr val="E4EDEB"/>
                </a:highlight>
              </a:rPr>
              <a:t>)</a:t>
            </a:r>
          </a:p>
          <a:p>
            <a:r>
              <a:rPr lang="zh-CN" altLang="en-US" dirty="0"/>
              <a:t>人物移动效果</a:t>
            </a:r>
            <a:endParaRPr lang="en-US" altLang="zh-CN" dirty="0"/>
          </a:p>
          <a:p>
            <a:r>
              <a:rPr lang="zh-CN" altLang="en-US" dirty="0"/>
              <a:t>画面光影效果</a:t>
            </a:r>
            <a:r>
              <a:rPr lang="en-US" altLang="zh-CN" dirty="0"/>
              <a:t>(</a:t>
            </a:r>
            <a:r>
              <a:rPr lang="zh-CN" altLang="en-US" dirty="0"/>
              <a:t>能否呈现</a:t>
            </a:r>
            <a:r>
              <a:rPr lang="en-US" altLang="zh-CN" dirty="0"/>
              <a:t>)</a:t>
            </a:r>
          </a:p>
          <a:p>
            <a:r>
              <a:rPr lang="zh-CN" altLang="en-US" dirty="0"/>
              <a:t>游戏界面</a:t>
            </a:r>
            <a:endParaRPr lang="en-US" altLang="zh-CN" dirty="0"/>
          </a:p>
          <a:p>
            <a:r>
              <a:rPr lang="zh-CN" altLang="en-US" dirty="0">
                <a:highlight>
                  <a:srgbClr val="E4EDEB"/>
                </a:highlight>
              </a:rPr>
              <a:t>主要物品外观</a:t>
            </a:r>
            <a:r>
              <a:rPr lang="en-US" altLang="zh-CN" dirty="0">
                <a:highlight>
                  <a:srgbClr val="E4EDEB"/>
                </a:highlight>
              </a:rPr>
              <a:t>(</a:t>
            </a:r>
            <a:r>
              <a:rPr lang="zh-CN" altLang="en-US" dirty="0">
                <a:highlight>
                  <a:srgbClr val="E4EDEB"/>
                </a:highlight>
              </a:rPr>
              <a:t>符文石</a:t>
            </a:r>
            <a:r>
              <a:rPr lang="en-US" altLang="zh-CN" dirty="0">
                <a:highlight>
                  <a:srgbClr val="E4EDEB"/>
                </a:highlight>
              </a:rPr>
              <a:t>,FT</a:t>
            </a:r>
            <a:r>
              <a:rPr lang="zh-CN" altLang="en-US" dirty="0">
                <a:highlight>
                  <a:srgbClr val="E4EDEB"/>
                </a:highlight>
              </a:rPr>
              <a:t>眼镜</a:t>
            </a:r>
            <a:r>
              <a:rPr lang="en-US" altLang="zh-CN" dirty="0">
                <a:highlight>
                  <a:srgbClr val="E4EDEB"/>
                </a:highlight>
              </a:rPr>
              <a:t>)</a:t>
            </a:r>
          </a:p>
          <a:p>
            <a:r>
              <a:rPr lang="zh-CN" altLang="en-US" dirty="0"/>
              <a:t>剧情交互时的文字效果</a:t>
            </a:r>
            <a:endParaRPr lang="en-US" altLang="zh-CN" dirty="0"/>
          </a:p>
          <a:p>
            <a:r>
              <a:rPr lang="zh-CN" altLang="en-US" dirty="0">
                <a:highlight>
                  <a:srgbClr val="E4EDEB"/>
                </a:highlight>
              </a:rPr>
              <a:t>第一部分剧情</a:t>
            </a:r>
            <a:endParaRPr lang="en-US" altLang="zh-CN" dirty="0">
              <a:highlight>
                <a:srgbClr val="E4EDEB"/>
              </a:highlight>
            </a:endParaRPr>
          </a:p>
          <a:p>
            <a:endParaRPr lang="en-US" altLang="zh-CN" dirty="0"/>
          </a:p>
          <a:p>
            <a:endParaRPr lang="zh-CN" altLang="en-US" dirty="0"/>
          </a:p>
        </p:txBody>
      </p:sp>
    </p:spTree>
    <p:extLst>
      <p:ext uri="{BB962C8B-B14F-4D97-AF65-F5344CB8AC3E}">
        <p14:creationId xmlns:p14="http://schemas.microsoft.com/office/powerpoint/2010/main" val="525992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A1B4C2-8E31-3A49-4F34-216949F0DBB7}"/>
              </a:ext>
            </a:extLst>
          </p:cNvPr>
          <p:cNvSpPr>
            <a:spLocks noGrp="1"/>
          </p:cNvSpPr>
          <p:nvPr>
            <p:ph type="title"/>
          </p:nvPr>
        </p:nvSpPr>
        <p:spPr>
          <a:xfrm>
            <a:off x="0" y="-29758"/>
            <a:ext cx="10515600" cy="1325563"/>
          </a:xfrm>
        </p:spPr>
        <p:txBody>
          <a:bodyPr/>
          <a:lstStyle/>
          <a:p>
            <a:r>
              <a:rPr lang="zh-CN" altLang="en-US" dirty="0"/>
              <a:t>人物外观 </a:t>
            </a:r>
            <a:r>
              <a:rPr lang="en-US" altLang="zh-CN" dirty="0"/>
              <a:t>(elf archer)</a:t>
            </a:r>
            <a:endParaRPr lang="zh-CN" altLang="en-US" dirty="0"/>
          </a:p>
        </p:txBody>
      </p:sp>
      <p:cxnSp>
        <p:nvCxnSpPr>
          <p:cNvPr id="4" name="直接连接符 3">
            <a:extLst>
              <a:ext uri="{FF2B5EF4-FFF2-40B4-BE49-F238E27FC236}">
                <a16:creationId xmlns:a16="http://schemas.microsoft.com/office/drawing/2014/main" id="{387339A4-1339-7A97-4675-AFFAF8FC11F9}"/>
              </a:ext>
            </a:extLst>
          </p:cNvPr>
          <p:cNvCxnSpPr/>
          <p:nvPr/>
        </p:nvCxnSpPr>
        <p:spPr>
          <a:xfrm>
            <a:off x="5908713" y="0"/>
            <a:ext cx="0" cy="6907575"/>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59304E39-D4F5-50C5-CBDB-EF3C3C9638DE}"/>
              </a:ext>
            </a:extLst>
          </p:cNvPr>
          <p:cNvCxnSpPr/>
          <p:nvPr/>
        </p:nvCxnSpPr>
        <p:spPr>
          <a:xfrm>
            <a:off x="0" y="1536451"/>
            <a:ext cx="5908713" cy="0"/>
          </a:xfrm>
          <a:prstGeom prst="line">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412EC4E4-D50A-833D-C344-CB9A8E587080}"/>
              </a:ext>
            </a:extLst>
          </p:cNvPr>
          <p:cNvCxnSpPr/>
          <p:nvPr/>
        </p:nvCxnSpPr>
        <p:spPr>
          <a:xfrm>
            <a:off x="0" y="3144913"/>
            <a:ext cx="5908713" cy="0"/>
          </a:xfrm>
          <a:prstGeom prst="line">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A1E394F9-D909-C775-827D-334B3B1D7D7B}"/>
              </a:ext>
            </a:extLst>
          </p:cNvPr>
          <p:cNvSpPr txBox="1"/>
          <p:nvPr/>
        </p:nvSpPr>
        <p:spPr>
          <a:xfrm>
            <a:off x="5972074" y="81790"/>
            <a:ext cx="877163" cy="369332"/>
          </a:xfrm>
          <a:prstGeom prst="rect">
            <a:avLst/>
          </a:prstGeom>
          <a:noFill/>
        </p:spPr>
        <p:txBody>
          <a:bodyPr wrap="square" rtlCol="0">
            <a:spAutoFit/>
          </a:bodyPr>
          <a:lstStyle/>
          <a:p>
            <a:r>
              <a:rPr lang="zh-CN" altLang="en-US" dirty="0"/>
              <a:t>示例图</a:t>
            </a:r>
          </a:p>
        </p:txBody>
      </p:sp>
      <p:pic>
        <p:nvPicPr>
          <p:cNvPr id="9" name="图片 8">
            <a:extLst>
              <a:ext uri="{FF2B5EF4-FFF2-40B4-BE49-F238E27FC236}">
                <a16:creationId xmlns:a16="http://schemas.microsoft.com/office/drawing/2014/main" id="{71F3ED2E-CFF9-99AA-EFBD-A3D7228D9B5E}"/>
              </a:ext>
            </a:extLst>
          </p:cNvPr>
          <p:cNvPicPr>
            <a:picLocks noChangeAspect="1"/>
          </p:cNvPicPr>
          <p:nvPr/>
        </p:nvPicPr>
        <p:blipFill>
          <a:blip r:embed="rId2"/>
          <a:stretch>
            <a:fillRect/>
          </a:stretch>
        </p:blipFill>
        <p:spPr>
          <a:xfrm>
            <a:off x="6662670" y="667488"/>
            <a:ext cx="1551698" cy="1882152"/>
          </a:xfrm>
          <a:prstGeom prst="rect">
            <a:avLst/>
          </a:prstGeom>
        </p:spPr>
      </p:pic>
      <p:pic>
        <p:nvPicPr>
          <p:cNvPr id="11" name="图片 10">
            <a:extLst>
              <a:ext uri="{FF2B5EF4-FFF2-40B4-BE49-F238E27FC236}">
                <a16:creationId xmlns:a16="http://schemas.microsoft.com/office/drawing/2014/main" id="{36D35802-52D4-A2AA-F6F2-554E00B0FB17}"/>
              </a:ext>
            </a:extLst>
          </p:cNvPr>
          <p:cNvPicPr>
            <a:picLocks noChangeAspect="1"/>
          </p:cNvPicPr>
          <p:nvPr/>
        </p:nvPicPr>
        <p:blipFill>
          <a:blip r:embed="rId3"/>
          <a:stretch>
            <a:fillRect/>
          </a:stretch>
        </p:blipFill>
        <p:spPr>
          <a:xfrm>
            <a:off x="6096000" y="2692394"/>
            <a:ext cx="3948980" cy="2823425"/>
          </a:xfrm>
          <a:prstGeom prst="rect">
            <a:avLst/>
          </a:prstGeom>
        </p:spPr>
      </p:pic>
      <p:sp>
        <p:nvSpPr>
          <p:cNvPr id="12" name="内容占位符 2">
            <a:extLst>
              <a:ext uri="{FF2B5EF4-FFF2-40B4-BE49-F238E27FC236}">
                <a16:creationId xmlns:a16="http://schemas.microsoft.com/office/drawing/2014/main" id="{D5861478-0D69-0568-6FB5-8C8D14867201}"/>
              </a:ext>
            </a:extLst>
          </p:cNvPr>
          <p:cNvSpPr>
            <a:spLocks noGrp="1"/>
          </p:cNvSpPr>
          <p:nvPr>
            <p:ph idx="1"/>
          </p:nvPr>
        </p:nvSpPr>
        <p:spPr>
          <a:xfrm>
            <a:off x="255160" y="1608564"/>
            <a:ext cx="10515600" cy="4351338"/>
          </a:xfrm>
        </p:spPr>
        <p:txBody>
          <a:bodyPr/>
          <a:lstStyle/>
          <a:p>
            <a:r>
              <a:rPr lang="zh-CN" altLang="en-US" dirty="0"/>
              <a:t>像素风</a:t>
            </a:r>
            <a:endParaRPr lang="en-US" altLang="zh-CN" dirty="0"/>
          </a:p>
          <a:p>
            <a:r>
              <a:rPr lang="zh-CN" altLang="en-US" dirty="0"/>
              <a:t>银色长发</a:t>
            </a:r>
            <a:endParaRPr lang="en-US" altLang="zh-CN" dirty="0"/>
          </a:p>
          <a:p>
            <a:r>
              <a:rPr lang="zh-CN" altLang="en-US" dirty="0"/>
              <a:t>弓箭</a:t>
            </a:r>
            <a:endParaRPr lang="en-US" altLang="zh-CN" dirty="0"/>
          </a:p>
          <a:p>
            <a:endParaRPr lang="zh-CN" altLang="en-US" dirty="0"/>
          </a:p>
        </p:txBody>
      </p:sp>
      <p:sp>
        <p:nvSpPr>
          <p:cNvPr id="13" name="文本框 12">
            <a:extLst>
              <a:ext uri="{FF2B5EF4-FFF2-40B4-BE49-F238E27FC236}">
                <a16:creationId xmlns:a16="http://schemas.microsoft.com/office/drawing/2014/main" id="{4333924E-C2CD-5D1C-E445-EC9FE84DE4C5}"/>
              </a:ext>
            </a:extLst>
          </p:cNvPr>
          <p:cNvSpPr txBox="1"/>
          <p:nvPr/>
        </p:nvSpPr>
        <p:spPr>
          <a:xfrm>
            <a:off x="255160" y="3713087"/>
            <a:ext cx="3863662" cy="2585323"/>
          </a:xfrm>
          <a:prstGeom prst="rect">
            <a:avLst/>
          </a:prstGeom>
          <a:noFill/>
        </p:spPr>
        <p:txBody>
          <a:bodyPr wrap="square" rtlCol="0">
            <a:spAutoFit/>
          </a:bodyPr>
          <a:lstStyle/>
          <a:p>
            <a:r>
              <a:rPr lang="zh-CN" altLang="en-US" dirty="0"/>
              <a:t>弓箭怎么做呢大家能不能找一找免费的</a:t>
            </a:r>
            <a:r>
              <a:rPr lang="en-US" altLang="zh-CN" dirty="0" err="1"/>
              <a:t>bow&amp;arrow</a:t>
            </a:r>
            <a:r>
              <a:rPr lang="zh-CN" altLang="en-US" dirty="0"/>
              <a:t>的素材</a:t>
            </a:r>
            <a:endParaRPr lang="en-US" altLang="zh-CN" dirty="0"/>
          </a:p>
          <a:p>
            <a:endParaRPr lang="en-US" altLang="zh-CN" dirty="0"/>
          </a:p>
          <a:p>
            <a:r>
              <a:rPr lang="zh-CN" altLang="en-US" dirty="0"/>
              <a:t>其实我觉得右图的银发大剑妹是不错的如果找不到别的更好看的用它就可以了</a:t>
            </a:r>
            <a:endParaRPr lang="en-US" altLang="zh-CN" dirty="0"/>
          </a:p>
          <a:p>
            <a:endParaRPr lang="en-US" altLang="zh-CN" dirty="0"/>
          </a:p>
          <a:p>
            <a:endParaRPr lang="en-US" altLang="zh-CN" dirty="0"/>
          </a:p>
          <a:p>
            <a:endParaRPr lang="zh-CN" altLang="en-US" dirty="0"/>
          </a:p>
        </p:txBody>
      </p:sp>
      <p:sp>
        <p:nvSpPr>
          <p:cNvPr id="15" name="文本框 14">
            <a:extLst>
              <a:ext uri="{FF2B5EF4-FFF2-40B4-BE49-F238E27FC236}">
                <a16:creationId xmlns:a16="http://schemas.microsoft.com/office/drawing/2014/main" id="{9AA5007A-7EC3-5F22-06CE-29DACFAEEAA9}"/>
              </a:ext>
            </a:extLst>
          </p:cNvPr>
          <p:cNvSpPr txBox="1"/>
          <p:nvPr/>
        </p:nvSpPr>
        <p:spPr>
          <a:xfrm>
            <a:off x="6017111" y="5561501"/>
            <a:ext cx="6204396" cy="326115"/>
          </a:xfrm>
          <a:prstGeom prst="rect">
            <a:avLst/>
          </a:prstGeom>
          <a:noFill/>
        </p:spPr>
        <p:txBody>
          <a:bodyPr wrap="square">
            <a:spAutoFit/>
          </a:bodyPr>
          <a:lstStyle/>
          <a:p>
            <a:pPr>
              <a:lnSpc>
                <a:spcPct val="115000"/>
              </a:lnSpc>
              <a:spcAft>
                <a:spcPts val="800"/>
              </a:spcAft>
              <a:buNone/>
            </a:pPr>
            <a:r>
              <a:rPr lang="en-US" altLang="zh-CN" sz="1400" u="sng" kern="100" dirty="0">
                <a:solidFill>
                  <a:srgbClr val="0563C1"/>
                </a:solidFill>
                <a:effectLst/>
                <a:latin typeface="等线" panose="02010600030101010101" pitchFamily="2" charset="-122"/>
                <a:ea typeface="等线" panose="02010600030101010101" pitchFamily="2" charset="-122"/>
                <a:cs typeface="Times New Roman" panose="02020603050405020304" pitchFamily="18" charset="0"/>
                <a:hlinkClick r:id="rId4"/>
              </a:rPr>
              <a:t>https://anokolisa.itch.io/sidescroller-pixelart-sprites-asset-pack-forest-16x16</a:t>
            </a:r>
            <a:endPar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46642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3BAE6A-AD89-3C4F-FDC7-61787D5E8815}"/>
              </a:ext>
            </a:extLst>
          </p:cNvPr>
          <p:cNvSpPr>
            <a:spLocks noGrp="1"/>
          </p:cNvSpPr>
          <p:nvPr>
            <p:ph type="title"/>
          </p:nvPr>
        </p:nvSpPr>
        <p:spPr/>
        <p:txBody>
          <a:bodyPr/>
          <a:lstStyle/>
          <a:p>
            <a:r>
              <a:rPr lang="zh-CN" altLang="en-US" dirty="0"/>
              <a:t>剧情分镜</a:t>
            </a:r>
            <a:r>
              <a:rPr lang="en-US" altLang="zh-CN" dirty="0"/>
              <a:t>1.1</a:t>
            </a:r>
            <a:endParaRPr lang="zh-CN" altLang="en-US" dirty="0"/>
          </a:p>
        </p:txBody>
      </p:sp>
      <p:sp>
        <p:nvSpPr>
          <p:cNvPr id="3" name="内容占位符 2">
            <a:extLst>
              <a:ext uri="{FF2B5EF4-FFF2-40B4-BE49-F238E27FC236}">
                <a16:creationId xmlns:a16="http://schemas.microsoft.com/office/drawing/2014/main" id="{4C629019-076D-9F08-C6A5-934C22045A95}"/>
              </a:ext>
            </a:extLst>
          </p:cNvPr>
          <p:cNvSpPr>
            <a:spLocks noGrp="1"/>
          </p:cNvSpPr>
          <p:nvPr>
            <p:ph idx="1"/>
          </p:nvPr>
        </p:nvSpPr>
        <p:spPr>
          <a:xfrm>
            <a:off x="838200" y="1934627"/>
            <a:ext cx="10515600" cy="4351338"/>
          </a:xfrm>
        </p:spPr>
        <p:txBody>
          <a:bodyPr/>
          <a:lstStyle/>
          <a:p>
            <a:r>
              <a:rPr lang="zh-CN" altLang="en-US" dirty="0"/>
              <a:t>纯黑色块即可</a:t>
            </a:r>
            <a:endParaRPr lang="en-US" altLang="zh-CN" dirty="0"/>
          </a:p>
          <a:p>
            <a:r>
              <a:rPr lang="zh-CN" altLang="en-US" dirty="0"/>
              <a:t>文字采用</a:t>
            </a:r>
            <a:r>
              <a:rPr lang="en-US" altLang="zh-CN" dirty="0" err="1"/>
              <a:t>sitka</a:t>
            </a:r>
            <a:endParaRPr lang="zh-CN" altLang="en-US" dirty="0"/>
          </a:p>
        </p:txBody>
      </p:sp>
      <p:sp>
        <p:nvSpPr>
          <p:cNvPr id="4" name="矩形 3">
            <a:extLst>
              <a:ext uri="{FF2B5EF4-FFF2-40B4-BE49-F238E27FC236}">
                <a16:creationId xmlns:a16="http://schemas.microsoft.com/office/drawing/2014/main" id="{E6F463C4-5598-07A1-F71A-C6D8DD735A85}"/>
              </a:ext>
            </a:extLst>
          </p:cNvPr>
          <p:cNvSpPr/>
          <p:nvPr/>
        </p:nvSpPr>
        <p:spPr>
          <a:xfrm>
            <a:off x="7384515" y="741630"/>
            <a:ext cx="4208444" cy="406522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 name="直接连接符 5">
            <a:extLst>
              <a:ext uri="{FF2B5EF4-FFF2-40B4-BE49-F238E27FC236}">
                <a16:creationId xmlns:a16="http://schemas.microsoft.com/office/drawing/2014/main" id="{DC08F755-AEFD-213F-4AC0-0A2E91EA9F6F}"/>
              </a:ext>
            </a:extLst>
          </p:cNvPr>
          <p:cNvCxnSpPr/>
          <p:nvPr/>
        </p:nvCxnSpPr>
        <p:spPr>
          <a:xfrm>
            <a:off x="6096000" y="121186"/>
            <a:ext cx="0" cy="6907575"/>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6F2D12A-0F90-9A0D-1C19-31EAE614C530}"/>
              </a:ext>
            </a:extLst>
          </p:cNvPr>
          <p:cNvCxnSpPr/>
          <p:nvPr/>
        </p:nvCxnSpPr>
        <p:spPr>
          <a:xfrm>
            <a:off x="187287" y="1657637"/>
            <a:ext cx="5908713" cy="0"/>
          </a:xfrm>
          <a:prstGeom prst="line">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B97BEFE-B4F3-0E6E-A87A-D332207D67E2}"/>
              </a:ext>
            </a:extLst>
          </p:cNvPr>
          <p:cNvCxnSpPr/>
          <p:nvPr/>
        </p:nvCxnSpPr>
        <p:spPr>
          <a:xfrm>
            <a:off x="187287" y="3266099"/>
            <a:ext cx="5908713" cy="0"/>
          </a:xfrm>
          <a:prstGeom prst="line">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7233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0444D-BB17-964C-9672-57B85DA32A1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91CDE2E-A8EF-9140-D3BB-5D7D756F3F09}"/>
              </a:ext>
            </a:extLst>
          </p:cNvPr>
          <p:cNvSpPr>
            <a:spLocks noGrp="1"/>
          </p:cNvSpPr>
          <p:nvPr>
            <p:ph type="title"/>
          </p:nvPr>
        </p:nvSpPr>
        <p:spPr/>
        <p:txBody>
          <a:bodyPr/>
          <a:lstStyle/>
          <a:p>
            <a:r>
              <a:rPr lang="zh-CN" altLang="en-US" dirty="0"/>
              <a:t>剧情分镜</a:t>
            </a:r>
            <a:r>
              <a:rPr lang="en-US" altLang="zh-CN" dirty="0"/>
              <a:t>1.2</a:t>
            </a:r>
            <a:endParaRPr lang="zh-CN" altLang="en-US" dirty="0"/>
          </a:p>
        </p:txBody>
      </p:sp>
      <p:sp>
        <p:nvSpPr>
          <p:cNvPr id="3" name="内容占位符 2">
            <a:extLst>
              <a:ext uri="{FF2B5EF4-FFF2-40B4-BE49-F238E27FC236}">
                <a16:creationId xmlns:a16="http://schemas.microsoft.com/office/drawing/2014/main" id="{EFF5C6C7-BCF4-F3B7-2FC2-A494C14AEED0}"/>
              </a:ext>
            </a:extLst>
          </p:cNvPr>
          <p:cNvSpPr>
            <a:spLocks noGrp="1"/>
          </p:cNvSpPr>
          <p:nvPr>
            <p:ph idx="1"/>
          </p:nvPr>
        </p:nvSpPr>
        <p:spPr>
          <a:xfrm>
            <a:off x="838200" y="2290168"/>
            <a:ext cx="10515600" cy="4351338"/>
          </a:xfrm>
        </p:spPr>
        <p:txBody>
          <a:bodyPr/>
          <a:lstStyle/>
          <a:p>
            <a:r>
              <a:rPr lang="zh-CN" altLang="en-US" dirty="0"/>
              <a:t>扣掉黄色底色</a:t>
            </a:r>
            <a:endParaRPr lang="en-US" altLang="zh-CN" dirty="0"/>
          </a:p>
          <a:p>
            <a:r>
              <a:rPr lang="zh-CN" altLang="en-US" dirty="0"/>
              <a:t>亮度调高叠加在黑色色块上</a:t>
            </a:r>
          </a:p>
        </p:txBody>
      </p:sp>
      <p:sp>
        <p:nvSpPr>
          <p:cNvPr id="4" name="矩形 3">
            <a:extLst>
              <a:ext uri="{FF2B5EF4-FFF2-40B4-BE49-F238E27FC236}">
                <a16:creationId xmlns:a16="http://schemas.microsoft.com/office/drawing/2014/main" id="{4C69C701-962A-F929-2734-84B5157F7767}"/>
              </a:ext>
            </a:extLst>
          </p:cNvPr>
          <p:cNvSpPr/>
          <p:nvPr/>
        </p:nvSpPr>
        <p:spPr>
          <a:xfrm>
            <a:off x="6980102" y="773190"/>
            <a:ext cx="4532521" cy="455897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 name="直接连接符 5">
            <a:extLst>
              <a:ext uri="{FF2B5EF4-FFF2-40B4-BE49-F238E27FC236}">
                <a16:creationId xmlns:a16="http://schemas.microsoft.com/office/drawing/2014/main" id="{E2546AFC-1618-7B90-952F-9D4B928B5789}"/>
              </a:ext>
            </a:extLst>
          </p:cNvPr>
          <p:cNvCxnSpPr/>
          <p:nvPr/>
        </p:nvCxnSpPr>
        <p:spPr>
          <a:xfrm>
            <a:off x="6096000" y="121186"/>
            <a:ext cx="0" cy="6907575"/>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56242423-AA61-2DCF-980A-6C2D339166D1}"/>
              </a:ext>
            </a:extLst>
          </p:cNvPr>
          <p:cNvCxnSpPr/>
          <p:nvPr/>
        </p:nvCxnSpPr>
        <p:spPr>
          <a:xfrm>
            <a:off x="187287" y="1657637"/>
            <a:ext cx="5908713" cy="0"/>
          </a:xfrm>
          <a:prstGeom prst="line">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AA028443-534D-2585-6925-1B3E6E88D255}"/>
              </a:ext>
            </a:extLst>
          </p:cNvPr>
          <p:cNvCxnSpPr/>
          <p:nvPr/>
        </p:nvCxnSpPr>
        <p:spPr>
          <a:xfrm>
            <a:off x="187287" y="4494264"/>
            <a:ext cx="5908713" cy="0"/>
          </a:xfrm>
          <a:prstGeom prst="line">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pic>
        <p:nvPicPr>
          <p:cNvPr id="5" name="Picture 5">
            <a:extLst>
              <a:ext uri="{FF2B5EF4-FFF2-40B4-BE49-F238E27FC236}">
                <a16:creationId xmlns:a16="http://schemas.microsoft.com/office/drawing/2014/main" id="{B7C1FF55-8AB0-EA5E-7BE5-3FE6412B442C}"/>
              </a:ext>
            </a:extLst>
          </p:cNvPr>
          <p:cNvPicPr>
            <a:picLocks noChangeAspect="1" noChangeArrowheads="1"/>
          </p:cNvPicPr>
          <p:nvPr/>
        </p:nvPicPr>
        <p:blipFill>
          <a:blip r:embed="rId2" cstate="print"/>
          <a:srcRect r="56591"/>
          <a:stretch>
            <a:fillRect/>
          </a:stretch>
        </p:blipFill>
        <p:spPr bwMode="auto">
          <a:xfrm>
            <a:off x="8447832" y="2300581"/>
            <a:ext cx="2096135" cy="1931035"/>
          </a:xfrm>
          <a:prstGeom prst="rect">
            <a:avLst/>
          </a:prstGeom>
          <a:noFill/>
          <a:ln w="9525">
            <a:noFill/>
            <a:miter lim="800000"/>
            <a:headEnd/>
            <a:tailEnd/>
          </a:ln>
          <a:effectLst/>
        </p:spPr>
      </p:pic>
      <p:pic>
        <p:nvPicPr>
          <p:cNvPr id="7" name="Picture 5">
            <a:extLst>
              <a:ext uri="{FF2B5EF4-FFF2-40B4-BE49-F238E27FC236}">
                <a16:creationId xmlns:a16="http://schemas.microsoft.com/office/drawing/2014/main" id="{4F86F4B4-8A06-C317-A6C0-3ED96929A5CA}"/>
              </a:ext>
            </a:extLst>
          </p:cNvPr>
          <p:cNvPicPr>
            <a:picLocks noChangeAspect="1" noChangeArrowheads="1"/>
          </p:cNvPicPr>
          <p:nvPr/>
        </p:nvPicPr>
        <p:blipFill>
          <a:blip r:embed="rId2" cstate="print"/>
          <a:srcRect r="56591"/>
          <a:stretch>
            <a:fillRect/>
          </a:stretch>
        </p:blipFill>
        <p:spPr bwMode="auto">
          <a:xfrm>
            <a:off x="4035496" y="1921982"/>
            <a:ext cx="884426" cy="814765"/>
          </a:xfrm>
          <a:prstGeom prst="rect">
            <a:avLst/>
          </a:prstGeom>
          <a:noFill/>
          <a:ln w="9525">
            <a:noFill/>
            <a:miter lim="800000"/>
            <a:headEnd/>
            <a:tailEnd/>
          </a:ln>
          <a:effectLst/>
        </p:spPr>
      </p:pic>
    </p:spTree>
    <p:extLst>
      <p:ext uri="{BB962C8B-B14F-4D97-AF65-F5344CB8AC3E}">
        <p14:creationId xmlns:p14="http://schemas.microsoft.com/office/powerpoint/2010/main" val="2303740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C32C4-9CEC-6CBF-0DF0-E65C0599D5AC}"/>
            </a:ext>
          </a:extLst>
        </p:cNvPr>
        <p:cNvGrpSpPr/>
        <p:nvPr/>
      </p:nvGrpSpPr>
      <p:grpSpPr>
        <a:xfrm>
          <a:off x="0" y="0"/>
          <a:ext cx="0" cy="0"/>
          <a:chOff x="0" y="0"/>
          <a:chExt cx="0" cy="0"/>
        </a:xfrm>
      </p:grpSpPr>
      <p:pic>
        <p:nvPicPr>
          <p:cNvPr id="1032" name="Picture 8" descr="巫师3狂猎mod下载_巫师3狂猎更好的符文图标mod下载_3DM单机">
            <a:extLst>
              <a:ext uri="{FF2B5EF4-FFF2-40B4-BE49-F238E27FC236}">
                <a16:creationId xmlns:a16="http://schemas.microsoft.com/office/drawing/2014/main" id="{9591DC58-0258-A3EC-06FE-6CBB3C3B5C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0430" y="3959801"/>
            <a:ext cx="5941569" cy="2686159"/>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FB73AB9D-A319-BB0A-6AAF-314A30DF0E2D}"/>
              </a:ext>
            </a:extLst>
          </p:cNvPr>
          <p:cNvSpPr>
            <a:spLocks noGrp="1"/>
          </p:cNvSpPr>
          <p:nvPr>
            <p:ph type="title"/>
          </p:nvPr>
        </p:nvSpPr>
        <p:spPr/>
        <p:txBody>
          <a:bodyPr/>
          <a:lstStyle/>
          <a:p>
            <a:r>
              <a:rPr lang="zh-CN" altLang="en-US" dirty="0"/>
              <a:t>剧情分镜</a:t>
            </a:r>
            <a:r>
              <a:rPr lang="en-US" altLang="zh-CN" dirty="0"/>
              <a:t>1.3</a:t>
            </a:r>
            <a:endParaRPr lang="zh-CN" altLang="en-US" dirty="0"/>
          </a:p>
        </p:txBody>
      </p:sp>
      <p:sp>
        <p:nvSpPr>
          <p:cNvPr id="3" name="内容占位符 2">
            <a:extLst>
              <a:ext uri="{FF2B5EF4-FFF2-40B4-BE49-F238E27FC236}">
                <a16:creationId xmlns:a16="http://schemas.microsoft.com/office/drawing/2014/main" id="{63333C89-991B-7F27-867D-3F1775527816}"/>
              </a:ext>
            </a:extLst>
          </p:cNvPr>
          <p:cNvSpPr>
            <a:spLocks noGrp="1"/>
          </p:cNvSpPr>
          <p:nvPr>
            <p:ph idx="1"/>
          </p:nvPr>
        </p:nvSpPr>
        <p:spPr>
          <a:xfrm>
            <a:off x="187286" y="2383213"/>
            <a:ext cx="11502305" cy="4731677"/>
          </a:xfrm>
        </p:spPr>
        <p:txBody>
          <a:bodyPr/>
          <a:lstStyle/>
          <a:p>
            <a:r>
              <a:rPr lang="zh-CN" altLang="en-US" dirty="0"/>
              <a:t>符文石の设计</a:t>
            </a:r>
            <a:endParaRPr lang="en-US" altLang="zh-CN" dirty="0"/>
          </a:p>
          <a:p>
            <a:r>
              <a:rPr lang="zh-CN" altLang="en-US" dirty="0"/>
              <a:t>符文石上有上述晶格的最小单元</a:t>
            </a:r>
            <a:endParaRPr lang="en-US" altLang="zh-CN" dirty="0"/>
          </a:p>
          <a:p>
            <a:r>
              <a:rPr lang="zh-CN" altLang="en-US" dirty="0"/>
              <a:t>发光效果</a:t>
            </a:r>
            <a:r>
              <a:rPr lang="en-US" altLang="zh-CN" dirty="0"/>
              <a:t>,</a:t>
            </a:r>
            <a:r>
              <a:rPr lang="zh-CN" altLang="en-US" dirty="0"/>
              <a:t>照明</a:t>
            </a:r>
            <a:endParaRPr lang="en-US" altLang="zh-CN" dirty="0"/>
          </a:p>
          <a:p>
            <a:endParaRPr lang="zh-CN" altLang="en-US" dirty="0"/>
          </a:p>
        </p:txBody>
      </p:sp>
      <p:cxnSp>
        <p:nvCxnSpPr>
          <p:cNvPr id="6" name="直接连接符 5">
            <a:extLst>
              <a:ext uri="{FF2B5EF4-FFF2-40B4-BE49-F238E27FC236}">
                <a16:creationId xmlns:a16="http://schemas.microsoft.com/office/drawing/2014/main" id="{CCCD4895-F44E-C857-A1FF-DD8F8C1B87DC}"/>
              </a:ext>
            </a:extLst>
          </p:cNvPr>
          <p:cNvCxnSpPr/>
          <p:nvPr/>
        </p:nvCxnSpPr>
        <p:spPr>
          <a:xfrm>
            <a:off x="6096000" y="121186"/>
            <a:ext cx="0" cy="6907575"/>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037DA26B-0DD0-039F-9D87-7136290E0E56}"/>
              </a:ext>
            </a:extLst>
          </p:cNvPr>
          <p:cNvCxnSpPr/>
          <p:nvPr/>
        </p:nvCxnSpPr>
        <p:spPr>
          <a:xfrm>
            <a:off x="187287" y="1657637"/>
            <a:ext cx="5908713" cy="0"/>
          </a:xfrm>
          <a:prstGeom prst="line">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577F244-5DF6-5420-417D-8A44C2CAD281}"/>
              </a:ext>
            </a:extLst>
          </p:cNvPr>
          <p:cNvCxnSpPr/>
          <p:nvPr/>
        </p:nvCxnSpPr>
        <p:spPr>
          <a:xfrm>
            <a:off x="187287" y="4494264"/>
            <a:ext cx="5908713" cy="0"/>
          </a:xfrm>
          <a:prstGeom prst="line">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pic>
        <p:nvPicPr>
          <p:cNvPr id="1026" name="Picture 2" descr="符石圖片PNG去背圖| 矢量圖案素材| 免费下载| Pngtree">
            <a:extLst>
              <a:ext uri="{FF2B5EF4-FFF2-40B4-BE49-F238E27FC236}">
                <a16:creationId xmlns:a16="http://schemas.microsoft.com/office/drawing/2014/main" id="{D4245FE1-C2F4-F3D4-9791-FD33DEF984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1796" y="365124"/>
            <a:ext cx="5760203" cy="3125747"/>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A76962CC-255A-E862-37DC-7FC08090E0A1}"/>
              </a:ext>
            </a:extLst>
          </p:cNvPr>
          <p:cNvSpPr txBox="1"/>
          <p:nvPr/>
        </p:nvSpPr>
        <p:spPr>
          <a:xfrm>
            <a:off x="6308332" y="106448"/>
            <a:ext cx="877163" cy="369332"/>
          </a:xfrm>
          <a:prstGeom prst="rect">
            <a:avLst/>
          </a:prstGeom>
          <a:noFill/>
        </p:spPr>
        <p:txBody>
          <a:bodyPr wrap="square" rtlCol="0">
            <a:spAutoFit/>
          </a:bodyPr>
          <a:lstStyle/>
          <a:p>
            <a:r>
              <a:rPr lang="zh-CN" altLang="en-US" dirty="0"/>
              <a:t>示例图</a:t>
            </a:r>
          </a:p>
        </p:txBody>
      </p:sp>
      <p:pic>
        <p:nvPicPr>
          <p:cNvPr id="12" name="图片 11">
            <a:extLst>
              <a:ext uri="{FF2B5EF4-FFF2-40B4-BE49-F238E27FC236}">
                <a16:creationId xmlns:a16="http://schemas.microsoft.com/office/drawing/2014/main" id="{594736E1-815F-D2A7-74FC-E012C181DEB3}"/>
              </a:ext>
            </a:extLst>
          </p:cNvPr>
          <p:cNvPicPr>
            <a:picLocks noChangeAspect="1"/>
          </p:cNvPicPr>
          <p:nvPr/>
        </p:nvPicPr>
        <p:blipFill>
          <a:blip r:embed="rId4"/>
          <a:stretch>
            <a:fillRect/>
          </a:stretch>
        </p:blipFill>
        <p:spPr>
          <a:xfrm rot="16200000">
            <a:off x="7709928" y="1124743"/>
            <a:ext cx="552838" cy="413467"/>
          </a:xfrm>
          <a:prstGeom prst="rect">
            <a:avLst/>
          </a:prstGeom>
        </p:spPr>
      </p:pic>
      <p:sp>
        <p:nvSpPr>
          <p:cNvPr id="13" name="矩形: 圆角 12">
            <a:extLst>
              <a:ext uri="{FF2B5EF4-FFF2-40B4-BE49-F238E27FC236}">
                <a16:creationId xmlns:a16="http://schemas.microsoft.com/office/drawing/2014/main" id="{B2DB7813-8C21-3568-8818-75686F635D37}"/>
              </a:ext>
            </a:extLst>
          </p:cNvPr>
          <p:cNvSpPr/>
          <p:nvPr/>
        </p:nvSpPr>
        <p:spPr>
          <a:xfrm>
            <a:off x="7465016" y="616005"/>
            <a:ext cx="929899" cy="1433750"/>
          </a:xfrm>
          <a:prstGeom prst="round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0" name="Picture 6" descr="战网点怎么获得符文石-百度经验">
            <a:extLst>
              <a:ext uri="{FF2B5EF4-FFF2-40B4-BE49-F238E27FC236}">
                <a16:creationId xmlns:a16="http://schemas.microsoft.com/office/drawing/2014/main" id="{BEF42AD5-7D5B-FCC9-F688-D1ECCC24AA5D}"/>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84016" y="2932739"/>
            <a:ext cx="2341370" cy="1524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7458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5E533-3E7A-FDF9-691F-24A2D24270F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26BDD7B-2A2A-6D4E-9DF9-09CA5E3BD749}"/>
              </a:ext>
            </a:extLst>
          </p:cNvPr>
          <p:cNvSpPr>
            <a:spLocks noGrp="1"/>
          </p:cNvSpPr>
          <p:nvPr>
            <p:ph type="title"/>
          </p:nvPr>
        </p:nvSpPr>
        <p:spPr/>
        <p:txBody>
          <a:bodyPr/>
          <a:lstStyle/>
          <a:p>
            <a:r>
              <a:rPr lang="zh-CN" altLang="en-US" dirty="0"/>
              <a:t>剧情分镜</a:t>
            </a:r>
            <a:r>
              <a:rPr lang="en-US" altLang="zh-CN" dirty="0"/>
              <a:t>1.4</a:t>
            </a:r>
            <a:endParaRPr lang="zh-CN" altLang="en-US" dirty="0"/>
          </a:p>
        </p:txBody>
      </p:sp>
      <p:sp>
        <p:nvSpPr>
          <p:cNvPr id="3" name="内容占位符 2">
            <a:extLst>
              <a:ext uri="{FF2B5EF4-FFF2-40B4-BE49-F238E27FC236}">
                <a16:creationId xmlns:a16="http://schemas.microsoft.com/office/drawing/2014/main" id="{D062A520-D0E0-0B18-DDB1-C32474765B26}"/>
              </a:ext>
            </a:extLst>
          </p:cNvPr>
          <p:cNvSpPr>
            <a:spLocks noGrp="1"/>
          </p:cNvSpPr>
          <p:nvPr>
            <p:ph idx="1"/>
          </p:nvPr>
        </p:nvSpPr>
        <p:spPr>
          <a:xfrm>
            <a:off x="344848" y="2128425"/>
            <a:ext cx="11502305" cy="4731677"/>
          </a:xfrm>
        </p:spPr>
        <p:txBody>
          <a:bodyPr/>
          <a:lstStyle/>
          <a:p>
            <a:r>
              <a:rPr lang="zh-CN" altLang="en-US" dirty="0"/>
              <a:t>漆黑的迷宫</a:t>
            </a:r>
            <a:endParaRPr lang="en-US" altLang="zh-CN" dirty="0"/>
          </a:p>
          <a:p>
            <a:r>
              <a:rPr lang="zh-CN" altLang="en-US" dirty="0"/>
              <a:t>照明</a:t>
            </a:r>
            <a:endParaRPr lang="en-US" altLang="zh-CN" dirty="0"/>
          </a:p>
          <a:p>
            <a:r>
              <a:rPr lang="zh-CN" altLang="en-US" dirty="0">
                <a:highlight>
                  <a:srgbClr val="E4EDEB"/>
                </a:highlight>
              </a:rPr>
              <a:t>石墙</a:t>
            </a:r>
          </a:p>
        </p:txBody>
      </p:sp>
      <p:cxnSp>
        <p:nvCxnSpPr>
          <p:cNvPr id="6" name="直接连接符 5">
            <a:extLst>
              <a:ext uri="{FF2B5EF4-FFF2-40B4-BE49-F238E27FC236}">
                <a16:creationId xmlns:a16="http://schemas.microsoft.com/office/drawing/2014/main" id="{A4423DD9-7BD4-9596-7E5D-2520AE3AA23F}"/>
              </a:ext>
            </a:extLst>
          </p:cNvPr>
          <p:cNvCxnSpPr/>
          <p:nvPr/>
        </p:nvCxnSpPr>
        <p:spPr>
          <a:xfrm>
            <a:off x="6096000" y="121186"/>
            <a:ext cx="0" cy="6907575"/>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0B605BCC-0BF2-C3D0-A3D3-03FEB7BD99F8}"/>
              </a:ext>
            </a:extLst>
          </p:cNvPr>
          <p:cNvCxnSpPr/>
          <p:nvPr/>
        </p:nvCxnSpPr>
        <p:spPr>
          <a:xfrm>
            <a:off x="187287" y="1657637"/>
            <a:ext cx="5908713" cy="0"/>
          </a:xfrm>
          <a:prstGeom prst="line">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8D79E6E-D4C7-4721-CBD7-03C456489BB4}"/>
              </a:ext>
            </a:extLst>
          </p:cNvPr>
          <p:cNvCxnSpPr/>
          <p:nvPr/>
        </p:nvCxnSpPr>
        <p:spPr>
          <a:xfrm>
            <a:off x="187287" y="4494264"/>
            <a:ext cx="5908713" cy="0"/>
          </a:xfrm>
          <a:prstGeom prst="line">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681ADB38-7E48-C92E-86F2-05FA51A9372A}"/>
              </a:ext>
            </a:extLst>
          </p:cNvPr>
          <p:cNvSpPr txBox="1"/>
          <p:nvPr/>
        </p:nvSpPr>
        <p:spPr>
          <a:xfrm>
            <a:off x="6308332" y="106448"/>
            <a:ext cx="877163" cy="369332"/>
          </a:xfrm>
          <a:prstGeom prst="rect">
            <a:avLst/>
          </a:prstGeom>
          <a:noFill/>
        </p:spPr>
        <p:txBody>
          <a:bodyPr wrap="square" rtlCol="0">
            <a:spAutoFit/>
          </a:bodyPr>
          <a:lstStyle/>
          <a:p>
            <a:r>
              <a:rPr lang="zh-CN" altLang="en-US" dirty="0"/>
              <a:t>示例图</a:t>
            </a:r>
          </a:p>
        </p:txBody>
      </p:sp>
      <p:pic>
        <p:nvPicPr>
          <p:cNvPr id="5" name="图片 4">
            <a:extLst>
              <a:ext uri="{FF2B5EF4-FFF2-40B4-BE49-F238E27FC236}">
                <a16:creationId xmlns:a16="http://schemas.microsoft.com/office/drawing/2014/main" id="{C3AD623C-D32E-FD9B-B74E-94F48FCF905C}"/>
              </a:ext>
            </a:extLst>
          </p:cNvPr>
          <p:cNvPicPr>
            <a:picLocks noChangeAspect="1"/>
          </p:cNvPicPr>
          <p:nvPr/>
        </p:nvPicPr>
        <p:blipFill>
          <a:blip r:embed="rId2"/>
          <a:stretch>
            <a:fillRect/>
          </a:stretch>
        </p:blipFill>
        <p:spPr>
          <a:xfrm>
            <a:off x="6465404" y="595049"/>
            <a:ext cx="5303892" cy="3351194"/>
          </a:xfrm>
          <a:prstGeom prst="rect">
            <a:avLst/>
          </a:prstGeom>
        </p:spPr>
      </p:pic>
      <p:pic>
        <p:nvPicPr>
          <p:cNvPr id="2050" name="Picture 2" descr="古老的石墙高清图片下载-正版图片600703418-摄图网">
            <a:extLst>
              <a:ext uri="{FF2B5EF4-FFF2-40B4-BE49-F238E27FC236}">
                <a16:creationId xmlns:a16="http://schemas.microsoft.com/office/drawing/2014/main" id="{F57145DD-E322-3C35-BFFA-9C34D915E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3561" y="4176167"/>
            <a:ext cx="3140468" cy="208983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古老的石墙素材-古老的石墙图片-古老的石墙设计模板-昵图网">
            <a:extLst>
              <a:ext uri="{FF2B5EF4-FFF2-40B4-BE49-F238E27FC236}">
                <a16:creationId xmlns:a16="http://schemas.microsoft.com/office/drawing/2014/main" id="{0FE52793-3DC1-6F90-CAB5-08FB698EFB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31961" y="4666118"/>
            <a:ext cx="2215191" cy="1474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651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09E712-E4C2-3B4E-4193-B3131F97232A}"/>
              </a:ext>
            </a:extLst>
          </p:cNvPr>
          <p:cNvSpPr>
            <a:spLocks noGrp="1"/>
          </p:cNvSpPr>
          <p:nvPr>
            <p:ph type="title"/>
          </p:nvPr>
        </p:nvSpPr>
        <p:spPr/>
        <p:txBody>
          <a:bodyPr/>
          <a:lstStyle/>
          <a:p>
            <a:r>
              <a:rPr lang="zh-CN" altLang="en-US" dirty="0"/>
              <a:t>游戏界面</a:t>
            </a:r>
          </a:p>
        </p:txBody>
      </p:sp>
      <p:pic>
        <p:nvPicPr>
          <p:cNvPr id="5" name="内容占位符 4">
            <a:extLst>
              <a:ext uri="{FF2B5EF4-FFF2-40B4-BE49-F238E27FC236}">
                <a16:creationId xmlns:a16="http://schemas.microsoft.com/office/drawing/2014/main" id="{BF190EE4-5786-9773-C8D1-BD9BA5FD19EB}"/>
              </a:ext>
            </a:extLst>
          </p:cNvPr>
          <p:cNvPicPr>
            <a:picLocks noGrp="1" noChangeAspect="1"/>
          </p:cNvPicPr>
          <p:nvPr>
            <p:ph idx="1"/>
          </p:nvPr>
        </p:nvPicPr>
        <p:blipFill>
          <a:blip r:embed="rId2"/>
          <a:stretch>
            <a:fillRect/>
          </a:stretch>
        </p:blipFill>
        <p:spPr>
          <a:xfrm>
            <a:off x="419987" y="1555095"/>
            <a:ext cx="10515600" cy="4011219"/>
          </a:xfrm>
        </p:spPr>
      </p:pic>
    </p:spTree>
    <p:extLst>
      <p:ext uri="{BB962C8B-B14F-4D97-AF65-F5344CB8AC3E}">
        <p14:creationId xmlns:p14="http://schemas.microsoft.com/office/powerpoint/2010/main" val="2672712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4A912-35C2-A1B1-D918-1EABE54308A5}"/>
            </a:ext>
          </a:extLst>
        </p:cNvPr>
        <p:cNvGrpSpPr/>
        <p:nvPr/>
      </p:nvGrpSpPr>
      <p:grpSpPr>
        <a:xfrm>
          <a:off x="0" y="0"/>
          <a:ext cx="0" cy="0"/>
          <a:chOff x="0" y="0"/>
          <a:chExt cx="0" cy="0"/>
        </a:xfrm>
      </p:grpSpPr>
      <p:pic>
        <p:nvPicPr>
          <p:cNvPr id="7" name="内容占位符 6">
            <a:extLst>
              <a:ext uri="{FF2B5EF4-FFF2-40B4-BE49-F238E27FC236}">
                <a16:creationId xmlns:a16="http://schemas.microsoft.com/office/drawing/2014/main" id="{A4952B7E-9AD8-EF0C-6828-F4204D3047C1}"/>
              </a:ext>
            </a:extLst>
          </p:cNvPr>
          <p:cNvPicPr>
            <a:picLocks noGrp="1" noChangeAspect="1"/>
          </p:cNvPicPr>
          <p:nvPr>
            <p:ph idx="1"/>
          </p:nvPr>
        </p:nvPicPr>
        <p:blipFill>
          <a:blip r:embed="rId2"/>
          <a:stretch>
            <a:fillRect/>
          </a:stretch>
        </p:blipFill>
        <p:spPr>
          <a:xfrm>
            <a:off x="1458152" y="435633"/>
            <a:ext cx="4949736" cy="6244605"/>
          </a:xfrm>
        </p:spPr>
      </p:pic>
    </p:spTree>
    <p:extLst>
      <p:ext uri="{BB962C8B-B14F-4D97-AF65-F5344CB8AC3E}">
        <p14:creationId xmlns:p14="http://schemas.microsoft.com/office/powerpoint/2010/main" val="1691663340"/>
      </p:ext>
    </p:extLst>
  </p:cSld>
  <p:clrMapOvr>
    <a:masterClrMapping/>
  </p:clrMapOvr>
</p:sld>
</file>

<file path=ppt/theme/theme1.xml><?xml version="1.0" encoding="utf-8"?>
<a:theme xmlns:a="http://schemas.openxmlformats.org/drawingml/2006/main" name="米黄深红">
  <a:themeElements>
    <a:clrScheme name="中性">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itika-宋体">
      <a:majorFont>
        <a:latin typeface="Sitka Heading"/>
        <a:ea typeface="宋体"/>
        <a:cs typeface=""/>
      </a:majorFont>
      <a:minorFont>
        <a:latin typeface="Sitka Display"/>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米黄深红" id="{72509329-DE4D-4C6A-A86D-26D75E7FE5B2}" vid="{1CBC1174-DFEA-45E3-9473-1EB3A856F040}"/>
    </a:ext>
  </a:extLst>
</a:theme>
</file>

<file path=ppt/theme/theme2.xml><?xml version="1.0" encoding="utf-8"?>
<a:theme xmlns:a="http://schemas.openxmlformats.org/drawingml/2006/main" name="米黄深红">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米黄深红" id="{A7F5709E-8353-41D3-BEA1-1819C84F96DD}" vid="{8EF74F03-DA2E-495E-8E36-1BC2E5069A53}"/>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主题1">
  <a:themeElements>
    <a:clrScheme name="中性">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itika-宋体">
      <a:majorFont>
        <a:latin typeface="Sitka Heading"/>
        <a:ea typeface="宋体"/>
        <a:cs typeface=""/>
      </a:majorFont>
      <a:minorFont>
        <a:latin typeface="Sitka Display"/>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FA271611-3304-4758-8350-4581A97DD4E7}" vid="{222CE37A-307C-4C8F-873E-1F36B9E1C91F}"/>
    </a:ext>
  </a:extLst>
</a:theme>
</file>

<file path=ppt/theme/theme5.xml><?xml version="1.0" encoding="utf-8"?>
<a:theme xmlns:a="http://schemas.openxmlformats.org/drawingml/2006/main" name="1_米黄深红">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米黄深红" id="{A7F5709E-8353-41D3-BEA1-1819C84F96DD}" vid="{8EF74F03-DA2E-495E-8E36-1BC2E5069A53}"/>
    </a:ext>
  </a:extLst>
</a:theme>
</file>

<file path=ppt/theme/theme6.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米黄深红">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米黄深红" id="{A7F5709E-8353-41D3-BEA1-1819C84F96DD}" vid="{8EF74F03-DA2E-495E-8E36-1BC2E5069A53}"/>
    </a:ext>
  </a:extLst>
</a:theme>
</file>

<file path=ppt/theme/theme8.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米黄深红</Template>
  <TotalTime>2437</TotalTime>
  <Words>173</Words>
  <Application>Microsoft Office PowerPoint</Application>
  <PresentationFormat>宽屏</PresentationFormat>
  <Paragraphs>36</Paragraphs>
  <Slides>9</Slides>
  <Notes>0</Notes>
  <HiddenSlides>0</HiddenSlides>
  <MMClips>0</MMClips>
  <ScaleCrop>false</ScaleCrop>
  <HeadingPairs>
    <vt:vector size="6" baseType="variant">
      <vt:variant>
        <vt:lpstr>已用的字体</vt:lpstr>
      </vt:variant>
      <vt:variant>
        <vt:i4>6</vt:i4>
      </vt:variant>
      <vt:variant>
        <vt:lpstr>主题</vt:lpstr>
      </vt:variant>
      <vt:variant>
        <vt:i4>8</vt:i4>
      </vt:variant>
      <vt:variant>
        <vt:lpstr>幻灯片标题</vt:lpstr>
      </vt:variant>
      <vt:variant>
        <vt:i4>9</vt:i4>
      </vt:variant>
    </vt:vector>
  </HeadingPairs>
  <TitlesOfParts>
    <vt:vector size="23" baseType="lpstr">
      <vt:lpstr>等线</vt:lpstr>
      <vt:lpstr>等线 Light</vt:lpstr>
      <vt:lpstr>Arial</vt:lpstr>
      <vt:lpstr>Century Schoolbook</vt:lpstr>
      <vt:lpstr>Sitka Display</vt:lpstr>
      <vt:lpstr>Sitka Heading</vt:lpstr>
      <vt:lpstr>米黄深红</vt:lpstr>
      <vt:lpstr>米黄深红</vt:lpstr>
      <vt:lpstr>1_自定义设计方案</vt:lpstr>
      <vt:lpstr>主题1</vt:lpstr>
      <vt:lpstr>1_米黄深红</vt:lpstr>
      <vt:lpstr>2_自定义设计方案</vt:lpstr>
      <vt:lpstr>2_米黄深红</vt:lpstr>
      <vt:lpstr>3_自定义设计方案</vt:lpstr>
      <vt:lpstr>Part 1 prototype</vt:lpstr>
      <vt:lpstr>尝试制作第一部分的demo 需求</vt:lpstr>
      <vt:lpstr>人物外观 (elf archer)</vt:lpstr>
      <vt:lpstr>剧情分镜1.1</vt:lpstr>
      <vt:lpstr>剧情分镜1.2</vt:lpstr>
      <vt:lpstr>剧情分镜1.3</vt:lpstr>
      <vt:lpstr>剧情分镜1.4</vt:lpstr>
      <vt:lpstr>游戏界面</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huginn</dc:creator>
  <cp:lastModifiedBy>huginn</cp:lastModifiedBy>
  <cp:revision>16</cp:revision>
  <dcterms:created xsi:type="dcterms:W3CDTF">2025-05-07T11:59:15Z</dcterms:created>
  <dcterms:modified xsi:type="dcterms:W3CDTF">2025-07-10T12:27:30Z</dcterms:modified>
</cp:coreProperties>
</file>